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80668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18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120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Titel/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E292B943-63E8-4E1E-B31E-5FE38609002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Rechteck 10">
            <a:extLst>
              <a:ext uri="{FF2B5EF4-FFF2-40B4-BE49-F238E27FC236}">
                <a16:creationId xmlns:a16="http://schemas.microsoft.com/office/drawing/2014/main" id="{5CF0C306-39D7-4EAE-89DF-69763743BA67}"/>
              </a:ext>
            </a:extLst>
          </p:cNvPr>
          <p:cNvSpPr/>
          <p:nvPr userDrawn="1"/>
        </p:nvSpPr>
        <p:spPr>
          <a:xfrm>
            <a:off x="0" y="0"/>
            <a:ext cx="695325" cy="6858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E5C513F-BDE5-4EEA-A208-17CFB8B9C3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5326" y="3809454"/>
            <a:ext cx="9697665" cy="1141439"/>
          </a:xfrm>
          <a:solidFill>
            <a:schemeClr val="accent1">
              <a:lumMod val="50000"/>
              <a:alpha val="80000"/>
            </a:schemeClr>
          </a:solidFill>
          <a:ln>
            <a:noFill/>
          </a:ln>
        </p:spPr>
        <p:txBody>
          <a:bodyPr lIns="288000" tIns="144000" rIns="432000" bIns="144000" anchor="ctr">
            <a:normAutofit/>
          </a:bodyPr>
          <a:lstStyle>
            <a:lvl1pPr marL="717550" indent="0" algn="l">
              <a:buNone/>
              <a:defRPr sz="16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52A8061A-9228-4DB0-8D9D-1B65E6A7D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0000" y="323750"/>
            <a:ext cx="9541821" cy="3221856"/>
          </a:xfrm>
        </p:spPr>
        <p:txBody>
          <a:bodyPr lIns="216000" tIns="0" rIns="0" bIns="108000" anchor="b">
            <a:noAutofit/>
          </a:bodyPr>
          <a:lstStyle>
            <a:lvl1pPr>
              <a:defRPr sz="4800" b="1" cap="all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45B16576-B954-4493-9E58-E9C5386E812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2991" y="5268397"/>
            <a:ext cx="1532709" cy="1265853"/>
          </a:xfrm>
          <a:prstGeom prst="rect">
            <a:avLst/>
          </a:prstGeom>
        </p:spPr>
      </p:pic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E58F85F-E39F-6DF2-648B-F85C48FB195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E76295D-E20E-919F-946F-82E3A703EF7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425600" y="6544800"/>
            <a:ext cx="4114800" cy="257774"/>
          </a:xfrm>
        </p:spPr>
        <p:txBody>
          <a:bodyPr/>
          <a:lstStyle/>
          <a:p>
            <a:r>
              <a:rPr lang="en-US"/>
              <a:t>Norman Wildmann, Institute of Atm. Physics, 16 June 2026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52450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Kapitel/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2F87A75-3F72-6661-3C8C-5F55ECF6EF1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87999" y="0"/>
            <a:ext cx="11904662" cy="6858000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>
            <a:lvl1pPr>
              <a:defRPr>
                <a:solidFill>
                  <a:srgbClr val="D9117E"/>
                </a:solidFill>
              </a:defRPr>
            </a:lvl1pPr>
          </a:lstStyle>
          <a:p>
            <a:r>
              <a:rPr lang="de-DE" dirty="0"/>
              <a:t>Platzhaltermotiv ersetzen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6CCAB873-861B-47E3-BAE9-07181DA521FB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E04937E-4444-4817-AF16-D7E7EA0FEA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3" name="Titel 12">
            <a:extLst>
              <a:ext uri="{FF2B5EF4-FFF2-40B4-BE49-F238E27FC236}">
                <a16:creationId xmlns:a16="http://schemas.microsoft.com/office/drawing/2014/main" id="{A0C9CC46-BAE5-4171-9813-A78515AF72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999" y="5101588"/>
            <a:ext cx="10693822" cy="1141438"/>
          </a:xfrm>
          <a:solidFill>
            <a:schemeClr val="accent1">
              <a:lumMod val="50000"/>
              <a:alpha val="80000"/>
            </a:schemeClr>
          </a:solidFill>
        </p:spPr>
        <p:txBody>
          <a:bodyPr lIns="396000" tIns="0" rIns="72000" bIns="0" anchor="ctr">
            <a:normAutofit/>
          </a:bodyPr>
          <a:lstStyle>
            <a:lvl1pPr>
              <a:defRPr sz="4800" cap="all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953246B2-203D-4635-9023-C83C1FB1E1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983600" y="302400"/>
            <a:ext cx="943200" cy="7812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82C564B2-3B65-9088-DFD7-AB7EDE92BA4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Norman Wildmann, Institute of Atm. Physics, 16 June 2026</a:t>
            </a:r>
            <a:endParaRPr lang="de-DE" dirty="0"/>
          </a:p>
        </p:txBody>
      </p:sp>
      <p:sp>
        <p:nvSpPr>
          <p:cNvPr id="14" name="Textplatzhalter 7">
            <a:extLst>
              <a:ext uri="{FF2B5EF4-FFF2-40B4-BE49-F238E27FC236}">
                <a16:creationId xmlns:a16="http://schemas.microsoft.com/office/drawing/2014/main" id="{47377C49-3294-4587-8A74-26F3B30552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 rot="5400000">
            <a:off x="9600966" y="3917193"/>
            <a:ext cx="4388725" cy="262943"/>
          </a:xfrm>
        </p:spPr>
        <p:txBody>
          <a:bodyPr lIns="0" tIns="54000" rIns="0" bIns="54000">
            <a:spAutoFit/>
          </a:bodyPr>
          <a:lstStyle>
            <a:lvl1pPr marL="0" indent="0" algn="r"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Bildquelle hier angeben</a:t>
            </a:r>
          </a:p>
        </p:txBody>
      </p:sp>
    </p:spTree>
    <p:extLst>
      <p:ext uri="{BB962C8B-B14F-4D97-AF65-F5344CB8AC3E}">
        <p14:creationId xmlns:p14="http://schemas.microsoft.com/office/powerpoint/2010/main" val="37839487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 Inhalt/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E243AE-4939-4DED-AAB6-88EFB5F7C1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1627200"/>
            <a:ext cx="10801349" cy="48958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191817E-6423-D72F-7A29-7C696C78E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Norman Wildmann, Institute of Atm. Physics, 16 June 2026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50207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Inhalt/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E243AE-4939-4DED-AAB6-88EFB5F7C1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2095625"/>
            <a:ext cx="10801349" cy="442899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10" name="Textplatzhalter 23">
            <a:extLst>
              <a:ext uri="{FF2B5EF4-FFF2-40B4-BE49-F238E27FC236}">
                <a16:creationId xmlns:a16="http://schemas.microsoft.com/office/drawing/2014/main" id="{19A4112A-F23E-4E93-B0DE-E0650E1BFC4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5325" y="1487788"/>
            <a:ext cx="3482038" cy="439824"/>
          </a:xfrm>
          <a:solidFill>
            <a:schemeClr val="accent1"/>
          </a:solidFill>
        </p:spPr>
        <p:txBody>
          <a:bodyPr wrap="square"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4E99B02-7125-B0DB-A965-82CB442B297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Norman Wildmann, Institute of Atm. Physics, 16 June 2026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61743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Inhalt/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E243AE-4939-4DED-AAB6-88EFB5F7C1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2095625"/>
            <a:ext cx="5400675" cy="185073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10" name="Textplatzhalter 23">
            <a:extLst>
              <a:ext uri="{FF2B5EF4-FFF2-40B4-BE49-F238E27FC236}">
                <a16:creationId xmlns:a16="http://schemas.microsoft.com/office/drawing/2014/main" id="{19A4112A-F23E-4E93-B0DE-E0650E1BFC4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5325" y="1487788"/>
            <a:ext cx="3482038" cy="439824"/>
          </a:xfrm>
          <a:solidFill>
            <a:schemeClr val="accent1"/>
          </a:solidFill>
        </p:spPr>
        <p:txBody>
          <a:bodyPr wrap="square"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71A67A15-EB3D-B357-6153-033E99D342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695325" y="4673892"/>
            <a:ext cx="5400675" cy="185073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2" name="Textplatzhalter 23">
            <a:extLst>
              <a:ext uri="{FF2B5EF4-FFF2-40B4-BE49-F238E27FC236}">
                <a16:creationId xmlns:a16="http://schemas.microsoft.com/office/drawing/2014/main" id="{7951DB75-C581-BF8A-0FC7-DF33D2FBE04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5325" y="4066055"/>
            <a:ext cx="3482038" cy="439824"/>
          </a:xfrm>
          <a:solidFill>
            <a:schemeClr val="accent1"/>
          </a:solidFill>
        </p:spPr>
        <p:txBody>
          <a:bodyPr wrap="square"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12C0EA8B-EF64-0432-2FB0-872635D2E4FA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340475" y="1487788"/>
            <a:ext cx="5156200" cy="4773894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>
            <a:lvl1pPr>
              <a:defRPr>
                <a:solidFill>
                  <a:srgbClr val="D9117E"/>
                </a:solidFill>
              </a:defRPr>
            </a:lvl1pPr>
          </a:lstStyle>
          <a:p>
            <a:r>
              <a:rPr lang="de-DE" dirty="0"/>
              <a:t>Platzhaltermotiv </a:t>
            </a:r>
            <a:r>
              <a:rPr lang="de-DE" dirty="0" err="1"/>
              <a:t>ersetzen</a:t>
            </a:r>
            <a:r>
              <a:rPr lang="de-DE" sz="2400" dirty="0" err="1">
                <a:solidFill>
                  <a:schemeClr val="tx1">
                    <a:alpha val="50000"/>
                  </a:schemeClr>
                </a:solidFill>
              </a:rPr>
              <a:t>e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EBECCF2-24E5-51A8-E7D9-E053B81C2C01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Norman Wildmann, Institute of Atm. Physics, 16 June 2026</a:t>
            </a:r>
            <a:endParaRPr lang="de-DE" dirty="0"/>
          </a:p>
        </p:txBody>
      </p:sp>
      <p:sp>
        <p:nvSpPr>
          <p:cNvPr id="14" name="Textplatzhalter 7">
            <a:extLst>
              <a:ext uri="{FF2B5EF4-FFF2-40B4-BE49-F238E27FC236}">
                <a16:creationId xmlns:a16="http://schemas.microsoft.com/office/drawing/2014/main" id="{FFAB55FF-7E3A-4DE0-A225-FD666F3E368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40475" y="6261682"/>
            <a:ext cx="5156200" cy="262943"/>
          </a:xfrm>
        </p:spPr>
        <p:txBody>
          <a:bodyPr lIns="0" tIns="54000" rIns="0" bIns="54000">
            <a:spAutoFit/>
          </a:bodyPr>
          <a:lstStyle>
            <a:lvl1pPr marL="0" indent="0" algn="l">
              <a:buNone/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de-DE" dirty="0"/>
              <a:t>Bildquelle hier angeben</a:t>
            </a:r>
          </a:p>
        </p:txBody>
      </p:sp>
    </p:spTree>
    <p:extLst>
      <p:ext uri="{BB962C8B-B14F-4D97-AF65-F5344CB8AC3E}">
        <p14:creationId xmlns:p14="http://schemas.microsoft.com/office/powerpoint/2010/main" val="3954171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Inhalt/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E243AE-4939-4DED-AAB6-88EFB5F7C1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1628775"/>
            <a:ext cx="10801349" cy="337900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12" name="Textplatzhalter 20">
            <a:extLst>
              <a:ext uri="{FF2B5EF4-FFF2-40B4-BE49-F238E27FC236}">
                <a16:creationId xmlns:a16="http://schemas.microsoft.com/office/drawing/2014/main" id="{783FE90B-8144-4EE7-83DD-1BF890852B5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87999" y="5245768"/>
            <a:ext cx="11208676" cy="1278857"/>
          </a:xfrm>
          <a:solidFill>
            <a:schemeClr val="accent1">
              <a:lumMod val="50000"/>
            </a:schemeClr>
          </a:solidFill>
        </p:spPr>
        <p:txBody>
          <a:bodyPr tIns="144000"/>
          <a:lstStyle>
            <a:lvl1pPr marL="539750" indent="-231775" defTabSz="539750"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bg1"/>
                </a:solidFill>
              </a:defRPr>
            </a:lvl1pPr>
            <a:lvl2pPr marL="539750" indent="-231775" defTabSz="539750"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bg1"/>
                </a:solidFill>
              </a:defRPr>
            </a:lvl2pPr>
            <a:lvl3pPr marL="539750" indent="-231775" defTabSz="539750"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3pPr>
            <a:lvl4pPr marL="539750" indent="-231775" defTabSz="539750">
              <a:defRPr/>
            </a:lvl4pPr>
            <a:lvl5pPr marL="539750" indent="-231775" defTabSz="539750"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3E07709-F5D6-04F5-13BA-175ED852645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Norman Wildmann, Institute of Atm. Physics, 16 June 2026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21492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Inhalt/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hteck 24">
            <a:extLst>
              <a:ext uri="{FF2B5EF4-FFF2-40B4-BE49-F238E27FC236}">
                <a16:creationId xmlns:a16="http://schemas.microsoft.com/office/drawing/2014/main" id="{1B6BF6A4-FC91-4167-8F07-41431B226865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C7D4156-B9EE-48B3-B002-FF1BD1B4E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333375"/>
            <a:ext cx="10054800" cy="9864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B605818-BCB5-4851-918D-4380EE7BB9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5326" y="2095626"/>
            <a:ext cx="3482038" cy="823912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8BAA6193-522B-4DE7-B07C-2474178A85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3" name="Textplatzhalter 2">
            <a:extLst>
              <a:ext uri="{FF2B5EF4-FFF2-40B4-BE49-F238E27FC236}">
                <a16:creationId xmlns:a16="http://schemas.microsoft.com/office/drawing/2014/main" id="{235C822F-CC3C-4AC6-8713-E8BC4920D334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8014636" y="2095626"/>
            <a:ext cx="3482038" cy="823912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A8A8ACBD-7378-4E9B-B8F5-8AA7E85F464C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4354981" y="2095626"/>
            <a:ext cx="3482038" cy="823912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213B05B4-8F80-42F2-99E5-82EFE1078CF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95326" y="3041584"/>
            <a:ext cx="3482038" cy="1915428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>
              <a:defRPr sz="1600">
                <a:solidFill>
                  <a:srgbClr val="D9117E"/>
                </a:solidFill>
              </a:defRPr>
            </a:lvl1pPr>
          </a:lstStyle>
          <a:p>
            <a:r>
              <a:rPr lang="de-DE" dirty="0"/>
              <a:t>Platzhaltermotiv ersetzen</a:t>
            </a:r>
          </a:p>
        </p:txBody>
      </p:sp>
      <p:sp>
        <p:nvSpPr>
          <p:cNvPr id="17" name="Bildplatzhalter 15">
            <a:extLst>
              <a:ext uri="{FF2B5EF4-FFF2-40B4-BE49-F238E27FC236}">
                <a16:creationId xmlns:a16="http://schemas.microsoft.com/office/drawing/2014/main" id="{0DDDB17B-0986-46FF-939D-242CCFD35E6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354981" y="3041584"/>
            <a:ext cx="3482038" cy="1915428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>
              <a:defRPr sz="1600">
                <a:solidFill>
                  <a:srgbClr val="D9117E"/>
                </a:solidFill>
              </a:defRPr>
            </a:lvl1pPr>
          </a:lstStyle>
          <a:p>
            <a:r>
              <a:rPr lang="de-DE" dirty="0"/>
              <a:t>Platzhaltermotiv ersetzen</a:t>
            </a:r>
          </a:p>
        </p:txBody>
      </p:sp>
      <p:sp>
        <p:nvSpPr>
          <p:cNvPr id="18" name="Bildplatzhalter 15">
            <a:extLst>
              <a:ext uri="{FF2B5EF4-FFF2-40B4-BE49-F238E27FC236}">
                <a16:creationId xmlns:a16="http://schemas.microsoft.com/office/drawing/2014/main" id="{D46DB007-86EC-4631-9973-7E69665C066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014637" y="3041584"/>
            <a:ext cx="3482038" cy="1915428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>
              <a:defRPr sz="1600">
                <a:solidFill>
                  <a:srgbClr val="D9117E"/>
                </a:solidFill>
              </a:defRPr>
            </a:lvl1pPr>
          </a:lstStyle>
          <a:p>
            <a:r>
              <a:rPr lang="de-DE" dirty="0"/>
              <a:t>Platzhaltermotiv ersetzen</a:t>
            </a:r>
          </a:p>
        </p:txBody>
      </p:sp>
      <p:sp>
        <p:nvSpPr>
          <p:cNvPr id="21" name="Textplatzhalter 20">
            <a:extLst>
              <a:ext uri="{FF2B5EF4-FFF2-40B4-BE49-F238E27FC236}">
                <a16:creationId xmlns:a16="http://schemas.microsoft.com/office/drawing/2014/main" id="{B1415D85-ECEE-44AA-B226-4998B44E25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87999" y="5245768"/>
            <a:ext cx="11208676" cy="1278857"/>
          </a:xfrm>
          <a:solidFill>
            <a:schemeClr val="accent1">
              <a:lumMod val="50000"/>
            </a:schemeClr>
          </a:solidFill>
        </p:spPr>
        <p:txBody>
          <a:bodyPr tIns="144000"/>
          <a:lstStyle>
            <a:lvl1pPr marL="539750" indent="-231775" defTabSz="539750"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bg1"/>
                </a:solidFill>
              </a:defRPr>
            </a:lvl1pPr>
            <a:lvl2pPr marL="539750" indent="-231775" defTabSz="539750"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bg1"/>
                </a:solidFill>
              </a:defRPr>
            </a:lvl2pPr>
            <a:lvl3pPr marL="539750" indent="-231775" defTabSz="539750"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3pPr>
            <a:lvl4pPr marL="539750" indent="-231775" defTabSz="539750">
              <a:defRPr/>
            </a:lvl4pPr>
            <a:lvl5pPr marL="539750" indent="-231775" defTabSz="539750"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24" name="Textplatzhalter 23">
            <a:extLst>
              <a:ext uri="{FF2B5EF4-FFF2-40B4-BE49-F238E27FC236}">
                <a16:creationId xmlns:a16="http://schemas.microsoft.com/office/drawing/2014/main" id="{C2C85D4D-1A11-4D5D-986E-8754B4B26DE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5325" y="1487788"/>
            <a:ext cx="3482038" cy="439824"/>
          </a:xfrm>
          <a:solidFill>
            <a:schemeClr val="accent1"/>
          </a:solidFill>
        </p:spPr>
        <p:txBody>
          <a:bodyPr wrap="square"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26" name="Grafik 25">
            <a:extLst>
              <a:ext uri="{FF2B5EF4-FFF2-40B4-BE49-F238E27FC236}">
                <a16:creationId xmlns:a16="http://schemas.microsoft.com/office/drawing/2014/main" id="{4570C8F3-09F4-4F6C-BDF3-B1F82DC969D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E424654-2778-EA1B-0192-6D8875E1171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Norman Wildmann, Institute of Atm. Physics, 16 June 2026</a:t>
            </a:r>
            <a:endParaRPr lang="de-DE" dirty="0"/>
          </a:p>
        </p:txBody>
      </p:sp>
      <p:sp>
        <p:nvSpPr>
          <p:cNvPr id="19" name="Textplatzhalter 7">
            <a:extLst>
              <a:ext uri="{FF2B5EF4-FFF2-40B4-BE49-F238E27FC236}">
                <a16:creationId xmlns:a16="http://schemas.microsoft.com/office/drawing/2014/main" id="{EB3BC564-E400-44DF-82B6-7223959C273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95325" y="4691485"/>
            <a:ext cx="3482037" cy="262943"/>
          </a:xfrm>
        </p:spPr>
        <p:txBody>
          <a:bodyPr lIns="54000" tIns="54000" rIns="54000" bIns="54000">
            <a:spAutoFit/>
          </a:bodyPr>
          <a:lstStyle>
            <a:lvl1pPr marL="0" indent="0" algn="l">
              <a:buNone/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de-DE" dirty="0"/>
              <a:t>Bildquelle hier angeben</a:t>
            </a:r>
          </a:p>
        </p:txBody>
      </p:sp>
      <p:sp>
        <p:nvSpPr>
          <p:cNvPr id="23" name="Textplatzhalter 7">
            <a:extLst>
              <a:ext uri="{FF2B5EF4-FFF2-40B4-BE49-F238E27FC236}">
                <a16:creationId xmlns:a16="http://schemas.microsoft.com/office/drawing/2014/main" id="{16682E80-61C2-4DDC-9EA1-ADBF9434CC7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54979" y="4691485"/>
            <a:ext cx="3482037" cy="262943"/>
          </a:xfrm>
        </p:spPr>
        <p:txBody>
          <a:bodyPr lIns="54000" tIns="54000" rIns="54000" bIns="54000">
            <a:spAutoFit/>
          </a:bodyPr>
          <a:lstStyle>
            <a:lvl1pPr marL="0" indent="0" algn="l">
              <a:buNone/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de-DE" dirty="0"/>
              <a:t>Bildquelle hier angeben</a:t>
            </a:r>
          </a:p>
        </p:txBody>
      </p:sp>
      <p:sp>
        <p:nvSpPr>
          <p:cNvPr id="27" name="Textplatzhalter 7">
            <a:extLst>
              <a:ext uri="{FF2B5EF4-FFF2-40B4-BE49-F238E27FC236}">
                <a16:creationId xmlns:a16="http://schemas.microsoft.com/office/drawing/2014/main" id="{1EC0424D-15CA-45DF-9663-BF48917BB6F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14637" y="4687047"/>
            <a:ext cx="3482037" cy="262943"/>
          </a:xfrm>
        </p:spPr>
        <p:txBody>
          <a:bodyPr lIns="54000" tIns="54000" rIns="54000" bIns="54000">
            <a:spAutoFit/>
          </a:bodyPr>
          <a:lstStyle>
            <a:lvl1pPr marL="0" indent="0" algn="l">
              <a:buNone/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de-DE" dirty="0"/>
              <a:t>Bildquelle hier angeben</a:t>
            </a:r>
          </a:p>
        </p:txBody>
      </p:sp>
    </p:spTree>
    <p:extLst>
      <p:ext uri="{BB962C8B-B14F-4D97-AF65-F5344CB8AC3E}">
        <p14:creationId xmlns:p14="http://schemas.microsoft.com/office/powerpoint/2010/main" val="3746868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Inhalt/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E243AE-4939-4DED-AAB6-88EFB5F7C1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4800" y="1628775"/>
            <a:ext cx="5400000" cy="4896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191817E-6423-D72F-7A29-7C696C78E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Norman Wildmann, Institute of Atm. Physics, 16 June 2026</a:t>
            </a:r>
            <a:endParaRPr lang="de-DE" dirty="0"/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4E12AEFA-037C-13A6-D9D9-349DFD23D7F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340475" y="1628625"/>
            <a:ext cx="5156200" cy="4896000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>
            <a:lvl1pPr>
              <a:defRPr>
                <a:solidFill>
                  <a:srgbClr val="D9117E"/>
                </a:solidFill>
              </a:defRPr>
            </a:lvl1pPr>
          </a:lstStyle>
          <a:p>
            <a:r>
              <a:rPr lang="de-DE" dirty="0"/>
              <a:t>Platzhaltermotiv ersetzen</a:t>
            </a:r>
          </a:p>
        </p:txBody>
      </p:sp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86E99E62-198F-4104-88B8-EC3DBE4E83A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 rot="5400000">
            <a:off x="9180145" y="3945152"/>
            <a:ext cx="4896003" cy="262943"/>
          </a:xfrm>
        </p:spPr>
        <p:txBody>
          <a:bodyPr lIns="54000" tIns="54000" rIns="54000" bIns="54000">
            <a:spAutoFit/>
          </a:bodyPr>
          <a:lstStyle>
            <a:lvl1pPr marL="0" indent="0" algn="r">
              <a:buNone/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de-DE" dirty="0"/>
              <a:t>Bildquelle hier angeben</a:t>
            </a:r>
          </a:p>
        </p:txBody>
      </p:sp>
    </p:spTree>
    <p:extLst>
      <p:ext uri="{BB962C8B-B14F-4D97-AF65-F5344CB8AC3E}">
        <p14:creationId xmlns:p14="http://schemas.microsoft.com/office/powerpoint/2010/main" val="2132684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Tabelle/Tabl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81FCDC8-3081-4340-AF3B-5B61880598E5}"/>
              </a:ext>
            </a:extLst>
          </p:cNvPr>
          <p:cNvSpPr/>
          <p:nvPr userDrawn="1"/>
        </p:nvSpPr>
        <p:spPr>
          <a:xfrm>
            <a:off x="-1" y="-2406"/>
            <a:ext cx="12192001" cy="68604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C9C186D-B875-45B9-9C0A-1830A52B4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333375"/>
            <a:ext cx="10056093" cy="98528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57C04B8-FAE9-4576-9D50-12084ACA00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6948ECD-4444-4227-81E3-3211A0E717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2"/>
          </a:xfrm>
          <a:prstGeom prst="rect">
            <a:avLst/>
          </a:prstGeom>
        </p:spPr>
      </p:pic>
      <p:sp>
        <p:nvSpPr>
          <p:cNvPr id="11" name="Tabellenplatzhalter 4">
            <a:extLst>
              <a:ext uri="{FF2B5EF4-FFF2-40B4-BE49-F238E27FC236}">
                <a16:creationId xmlns:a16="http://schemas.microsoft.com/office/drawing/2014/main" id="{E454AC21-5CA9-4DCD-9E64-33EE941B0352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695325" y="1628776"/>
            <a:ext cx="10801350" cy="4895850"/>
          </a:xfrm>
        </p:spPr>
        <p:txBody>
          <a:bodyPr/>
          <a:lstStyle/>
          <a:p>
            <a:r>
              <a:rPr lang="de-DE"/>
              <a:t>Tabelle durch Klicken auf Symbol hinzufügen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7AA41E4-A17D-03A8-9521-4B67C9D842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Norman Wildmann, Institute of Atm. Physics, 16 June 2026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51710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Mustertabelle/Table Sampl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81FCDC8-3081-4340-AF3B-5B61880598E5}"/>
              </a:ext>
            </a:extLst>
          </p:cNvPr>
          <p:cNvSpPr/>
          <p:nvPr userDrawn="1"/>
        </p:nvSpPr>
        <p:spPr>
          <a:xfrm>
            <a:off x="-1" y="-2406"/>
            <a:ext cx="12192001" cy="68604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57C04B8-FAE9-4576-9D50-12084ACA00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6948ECD-4444-4227-81E3-3211A0E717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2"/>
          </a:xfrm>
          <a:prstGeom prst="rect">
            <a:avLst/>
          </a:prstGeom>
        </p:spPr>
      </p:pic>
      <p:graphicFrame>
        <p:nvGraphicFramePr>
          <p:cNvPr id="10" name="Tabellenplatzhalter 7">
            <a:extLst>
              <a:ext uri="{FF2B5EF4-FFF2-40B4-BE49-F238E27FC236}">
                <a16:creationId xmlns:a16="http://schemas.microsoft.com/office/drawing/2014/main" id="{1C20BEF9-F6A4-4E18-813E-7C7A4A89EFB4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3517667735"/>
              </p:ext>
            </p:extLst>
          </p:nvPr>
        </p:nvGraphicFramePr>
        <p:xfrm>
          <a:off x="695325" y="1628775"/>
          <a:ext cx="10801350" cy="29419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160270">
                  <a:extLst>
                    <a:ext uri="{9D8B030D-6E8A-4147-A177-3AD203B41FA5}">
                      <a16:colId xmlns:a16="http://schemas.microsoft.com/office/drawing/2014/main" val="3414773314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4143605508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3205677931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51638767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411794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Titel 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Titel 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Titel 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Titel 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Titel 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0165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1.1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2.1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3.1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4.1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5.1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6140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1.2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  <a:alpha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2.2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  <a:alpha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3.2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  <a:alpha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4.2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  <a:alpha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5.2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  <a:alpha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9801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1.3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2.3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3.3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4.3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5.3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94922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1.4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  <a:alpha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2.4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  <a:alpha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3.4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  <a:alpha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4.4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  <a:alpha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5.4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  <a:alpha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44701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1.5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2.5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3.5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4.5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5.5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7931053"/>
                  </a:ext>
                </a:extLst>
              </a:tr>
            </a:tbl>
          </a:graphicData>
        </a:graphic>
      </p:graphicFrame>
      <p:sp>
        <p:nvSpPr>
          <p:cNvPr id="3" name="Textfeld 2">
            <a:extLst>
              <a:ext uri="{FF2B5EF4-FFF2-40B4-BE49-F238E27FC236}">
                <a16:creationId xmlns:a16="http://schemas.microsoft.com/office/drawing/2014/main" id="{DFA15C25-778F-45D2-A70E-06F46D1BF03A}"/>
              </a:ext>
            </a:extLst>
          </p:cNvPr>
          <p:cNvSpPr txBox="1"/>
          <p:nvPr userDrawn="1"/>
        </p:nvSpPr>
        <p:spPr>
          <a:xfrm>
            <a:off x="695325" y="333375"/>
            <a:ext cx="10056092" cy="985286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</a:pPr>
            <a:r>
              <a:rPr lang="de-DE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Mustertabelle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89CAA27B-59B5-D915-6398-75A94668C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Norman Wildmann, Institute of Atm. Physics, 16 June 2026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37125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Tabelle/Tabl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D5A43E47-9416-3DCC-8243-87AE52AE2064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57C04B8-FAE9-4576-9D50-12084ACA00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1" name="Tabellenplatzhalter 4">
            <a:extLst>
              <a:ext uri="{FF2B5EF4-FFF2-40B4-BE49-F238E27FC236}">
                <a16:creationId xmlns:a16="http://schemas.microsoft.com/office/drawing/2014/main" id="{E454AC21-5CA9-4DCD-9E64-33EE941B0352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695325" y="1628776"/>
            <a:ext cx="10801350" cy="4895850"/>
          </a:xfrm>
        </p:spPr>
        <p:txBody>
          <a:bodyPr/>
          <a:lstStyle/>
          <a:p>
            <a:r>
              <a:rPr lang="de-DE"/>
              <a:t>Tabelle durch Klicken auf Symbol hinzufügen</a:t>
            </a:r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7AA41E4-A17D-03A8-9521-4B67C9D842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r>
              <a:rPr lang="en-US"/>
              <a:t>Norman Wildmann, Institute of Atm. Physics, 16 June 2026</a:t>
            </a: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90EB41DB-513E-D1FC-EB6E-F88FF40346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7" name="Titel 1">
            <a:extLst>
              <a:ext uri="{FF2B5EF4-FFF2-40B4-BE49-F238E27FC236}">
                <a16:creationId xmlns:a16="http://schemas.microsoft.com/office/drawing/2014/main" id="{5420EE52-882B-A637-C5E2-47028BC68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333375"/>
            <a:ext cx="10056093" cy="985286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681418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Mustertabelle/Table Sampl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62DBFF28-78F7-CE5C-80EF-B1493B457FD7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57C04B8-FAE9-4576-9D50-12084ACA00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89CAA27B-59B5-D915-6398-75A94668C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r>
              <a:rPr lang="en-US"/>
              <a:t>Norman Wildmann, Institute of Atm. Physics, 16 June 2026</a:t>
            </a: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80D53DA9-BA6F-1D85-AA3B-A2C995551CF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7" name="Titel 1">
            <a:extLst>
              <a:ext uri="{FF2B5EF4-FFF2-40B4-BE49-F238E27FC236}">
                <a16:creationId xmlns:a16="http://schemas.microsoft.com/office/drawing/2014/main" id="{9CCA48CB-D9E0-3C96-4AF8-C1F8DE1FA7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6" y="333375"/>
            <a:ext cx="10056093" cy="985286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Mustertabelle</a:t>
            </a:r>
          </a:p>
        </p:txBody>
      </p:sp>
      <p:graphicFrame>
        <p:nvGraphicFramePr>
          <p:cNvPr id="8" name="Tabellenplatzhalter 7">
            <a:extLst>
              <a:ext uri="{FF2B5EF4-FFF2-40B4-BE49-F238E27FC236}">
                <a16:creationId xmlns:a16="http://schemas.microsoft.com/office/drawing/2014/main" id="{02407A3F-1F2B-E0D5-A10F-0A8F1438AB2E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2376007648"/>
              </p:ext>
            </p:extLst>
          </p:nvPr>
        </p:nvGraphicFramePr>
        <p:xfrm>
          <a:off x="695325" y="1628775"/>
          <a:ext cx="10801350" cy="29419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160270">
                  <a:extLst>
                    <a:ext uri="{9D8B030D-6E8A-4147-A177-3AD203B41FA5}">
                      <a16:colId xmlns:a16="http://schemas.microsoft.com/office/drawing/2014/main" val="3414773314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4143605508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3205677931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51638767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411794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Titel 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Titel 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Titel 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Titel 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Titel 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0165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1.1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093C5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2.1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093C5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3.1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093C5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4.1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093C5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5.1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093C5">
                        <a:alpha val="2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6140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1.2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FE1ED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2.2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FE1ED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3.2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FE1ED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4.2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FE1ED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5.2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FE1ED">
                        <a:alpha val="2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9801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1.3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B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2.3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B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3.3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B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4.3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B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5.3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B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94922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1.4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2.4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3.4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4.4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5.4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44701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1.5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B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2.5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B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3.5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B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4.5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B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5.5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B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79310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67037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Titel/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>
            <a:extLst>
              <a:ext uri="{FF2B5EF4-FFF2-40B4-BE49-F238E27FC236}">
                <a16:creationId xmlns:a16="http://schemas.microsoft.com/office/drawing/2014/main" id="{43B56E86-EFEB-4205-AA4A-9F3E82413F8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Rechteck 10">
            <a:extLst>
              <a:ext uri="{FF2B5EF4-FFF2-40B4-BE49-F238E27FC236}">
                <a16:creationId xmlns:a16="http://schemas.microsoft.com/office/drawing/2014/main" id="{5CF0C306-39D7-4EAE-89DF-69763743BA67}"/>
              </a:ext>
            </a:extLst>
          </p:cNvPr>
          <p:cNvSpPr/>
          <p:nvPr userDrawn="1"/>
        </p:nvSpPr>
        <p:spPr>
          <a:xfrm>
            <a:off x="0" y="0"/>
            <a:ext cx="695325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E5C513F-BDE5-4EEA-A208-17CFB8B9C3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5326" y="3803209"/>
            <a:ext cx="9697665" cy="1141438"/>
          </a:xfrm>
          <a:solidFill>
            <a:schemeClr val="accent4">
              <a:lumMod val="50000"/>
              <a:alpha val="80000"/>
            </a:schemeClr>
          </a:solidFill>
        </p:spPr>
        <p:txBody>
          <a:bodyPr lIns="288000" tIns="144000" rIns="432000" bIns="144000" anchor="ctr">
            <a:normAutofit/>
          </a:bodyPr>
          <a:lstStyle>
            <a:lvl1pPr marL="717550" indent="0" algn="l">
              <a:lnSpc>
                <a:spcPct val="100000"/>
              </a:lnSpc>
              <a:spcBef>
                <a:spcPts val="1000"/>
              </a:spcBef>
              <a:buNone/>
              <a:defRPr sz="16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52A8061A-9228-4DB0-8D9D-1B65E6A7D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0000" y="333374"/>
            <a:ext cx="9541821" cy="3205985"/>
          </a:xfrm>
        </p:spPr>
        <p:txBody>
          <a:bodyPr lIns="216000" tIns="0" rIns="0" bIns="108000" anchor="b">
            <a:noAutofit/>
          </a:bodyPr>
          <a:lstStyle>
            <a:lvl1pPr>
              <a:defRPr sz="4800" b="1" cap="all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634066C5-F371-4079-BEC5-D83B78D0CFE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2991" y="5268397"/>
            <a:ext cx="1532709" cy="1265853"/>
          </a:xfrm>
          <a:prstGeom prst="rect">
            <a:avLst/>
          </a:prstGeom>
        </p:spPr>
      </p:pic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BC05F074-4978-BB63-F797-D5FCF996151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425600" y="6544800"/>
            <a:ext cx="4114800" cy="257774"/>
          </a:xfrm>
        </p:spPr>
        <p:txBody>
          <a:bodyPr/>
          <a:lstStyle/>
          <a:p>
            <a:r>
              <a:rPr lang="en-US"/>
              <a:t>Norman Wildmann, Institute of Atm. Physics, 16 June 2026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709CECA-60EA-35F9-5F27-CF64A7C8971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327245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Kapitel/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2">
            <a:extLst>
              <a:ext uri="{FF2B5EF4-FFF2-40B4-BE49-F238E27FC236}">
                <a16:creationId xmlns:a16="http://schemas.microsoft.com/office/drawing/2014/main" id="{AF35D6C1-0699-3B81-DD6A-0016F7A8D7E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87338" y="0"/>
            <a:ext cx="11904662" cy="6858000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>
            <a:lvl1pPr>
              <a:defRPr>
                <a:solidFill>
                  <a:srgbClr val="D9117E"/>
                </a:solidFill>
              </a:defRPr>
            </a:lvl1pPr>
          </a:lstStyle>
          <a:p>
            <a:r>
              <a:rPr lang="de-DE" dirty="0"/>
              <a:t>Platzhaltermotiv ersetzen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6CCAB873-861B-47E3-BAE9-07181DA521FB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E04937E-4444-4817-AF16-D7E7EA0FEA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3" name="Titel 12">
            <a:extLst>
              <a:ext uri="{FF2B5EF4-FFF2-40B4-BE49-F238E27FC236}">
                <a16:creationId xmlns:a16="http://schemas.microsoft.com/office/drawing/2014/main" id="{A0C9CC46-BAE5-4171-9813-A78515AF72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999" y="5101588"/>
            <a:ext cx="10693822" cy="1141438"/>
          </a:xfrm>
          <a:solidFill>
            <a:schemeClr val="accent4">
              <a:lumMod val="50000"/>
              <a:alpha val="80000"/>
            </a:schemeClr>
          </a:solidFill>
        </p:spPr>
        <p:txBody>
          <a:bodyPr lIns="396000" tIns="0" rIns="72000" bIns="0" anchor="ctr">
            <a:normAutofit/>
          </a:bodyPr>
          <a:lstStyle>
            <a:lvl1pPr>
              <a:defRPr sz="4800" cap="all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</a:t>
            </a:r>
          </a:p>
        </p:txBody>
      </p:sp>
      <p:sp>
        <p:nvSpPr>
          <p:cNvPr id="9" name="Textplatzhalter 9">
            <a:extLst>
              <a:ext uri="{FF2B5EF4-FFF2-40B4-BE49-F238E27FC236}">
                <a16:creationId xmlns:a16="http://schemas.microsoft.com/office/drawing/2014/main" id="{5FBA6571-CE1B-47EB-8C1E-D5A1391EAE8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983600" y="302400"/>
            <a:ext cx="943200" cy="7812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432C7237-52B1-CB5D-D118-2836DC556EC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Norman Wildmann, Institute of Atm. Physics, 16 June 2026</a:t>
            </a:r>
            <a:endParaRPr lang="de-DE" dirty="0"/>
          </a:p>
        </p:txBody>
      </p:sp>
      <p:sp>
        <p:nvSpPr>
          <p:cNvPr id="10" name="Textplatzhalter 7">
            <a:extLst>
              <a:ext uri="{FF2B5EF4-FFF2-40B4-BE49-F238E27FC236}">
                <a16:creationId xmlns:a16="http://schemas.microsoft.com/office/drawing/2014/main" id="{BA7B2BA1-DEA6-487B-8F3C-964FED0DF2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 rot="5400000">
            <a:off x="9600966" y="3917193"/>
            <a:ext cx="4388725" cy="262943"/>
          </a:xfrm>
        </p:spPr>
        <p:txBody>
          <a:bodyPr lIns="0" tIns="54000" rIns="0" bIns="54000">
            <a:spAutoFit/>
          </a:bodyPr>
          <a:lstStyle>
            <a:lvl1pPr marL="0" indent="0" algn="r"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Bildquelle hier angeben</a:t>
            </a:r>
          </a:p>
        </p:txBody>
      </p:sp>
    </p:spTree>
    <p:extLst>
      <p:ext uri="{BB962C8B-B14F-4D97-AF65-F5344CB8AC3E}">
        <p14:creationId xmlns:p14="http://schemas.microsoft.com/office/powerpoint/2010/main" val="35539831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 Inhalt/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E243AE-4939-4DED-AAB6-88EFB5F7C1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E8896D9-06D8-F605-C9DB-A9519477D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Norman Wildmann, Institute of Atm. Physics, 16 June 2026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890106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Inhalt/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E243AE-4939-4DED-AAB6-88EFB5F7C1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2095625"/>
            <a:ext cx="10801349" cy="442899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10" name="Textplatzhalter 23">
            <a:extLst>
              <a:ext uri="{FF2B5EF4-FFF2-40B4-BE49-F238E27FC236}">
                <a16:creationId xmlns:a16="http://schemas.microsoft.com/office/drawing/2014/main" id="{19A4112A-F23E-4E93-B0DE-E0650E1BFC4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5325" y="1487788"/>
            <a:ext cx="3482038" cy="439824"/>
          </a:xfrm>
          <a:solidFill>
            <a:schemeClr val="accent4">
              <a:lumMod val="75000"/>
            </a:schemeClr>
          </a:solidFill>
        </p:spPr>
        <p:txBody>
          <a:bodyPr wrap="square"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6263446-0FBB-7B9F-7376-C85F4725E6D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Norman Wildmann, Institute of Atm. Physics, 16 June 2026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327543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Inhalt/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E243AE-4939-4DED-AAB6-88EFB5F7C1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2095625"/>
            <a:ext cx="5400675" cy="185073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10" name="Textplatzhalter 23">
            <a:extLst>
              <a:ext uri="{FF2B5EF4-FFF2-40B4-BE49-F238E27FC236}">
                <a16:creationId xmlns:a16="http://schemas.microsoft.com/office/drawing/2014/main" id="{19A4112A-F23E-4E93-B0DE-E0650E1BFC4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5325" y="1487788"/>
            <a:ext cx="3482038" cy="439824"/>
          </a:xfrm>
          <a:solidFill>
            <a:schemeClr val="accent4">
              <a:lumMod val="75000"/>
            </a:schemeClr>
          </a:solidFill>
        </p:spPr>
        <p:txBody>
          <a:bodyPr wrap="square"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FBB571AC-F556-C50A-DAD2-4638503AA732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695325" y="4673892"/>
            <a:ext cx="5400675" cy="185073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2" name="Textplatzhalter 23">
            <a:extLst>
              <a:ext uri="{FF2B5EF4-FFF2-40B4-BE49-F238E27FC236}">
                <a16:creationId xmlns:a16="http://schemas.microsoft.com/office/drawing/2014/main" id="{43C99AA0-30B9-CB68-5447-173C21DF9AC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5325" y="4066055"/>
            <a:ext cx="3482038" cy="439824"/>
          </a:xfrm>
          <a:solidFill>
            <a:schemeClr val="accent4">
              <a:lumMod val="75000"/>
            </a:schemeClr>
          </a:solidFill>
        </p:spPr>
        <p:txBody>
          <a:bodyPr wrap="square"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3" name="Bildplatzhalter 4">
            <a:extLst>
              <a:ext uri="{FF2B5EF4-FFF2-40B4-BE49-F238E27FC236}">
                <a16:creationId xmlns:a16="http://schemas.microsoft.com/office/drawing/2014/main" id="{E5E99BBD-0EE1-272A-B9CD-BB38CD6536A9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340475" y="1487788"/>
            <a:ext cx="5156200" cy="4773894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>
            <a:lvl1pPr>
              <a:defRPr>
                <a:solidFill>
                  <a:srgbClr val="D9117E"/>
                </a:solidFill>
              </a:defRPr>
            </a:lvl1pPr>
          </a:lstStyle>
          <a:p>
            <a:r>
              <a:rPr lang="de-DE" dirty="0"/>
              <a:t>Platzhaltermotiv ersetzen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4160246-4126-D54D-D8F2-4EA413129C18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Norman Wildmann, Institute of Atm. Physics, 16 June 2026</a:t>
            </a:r>
            <a:endParaRPr lang="de-DE" dirty="0"/>
          </a:p>
        </p:txBody>
      </p:sp>
      <p:sp>
        <p:nvSpPr>
          <p:cNvPr id="14" name="Textplatzhalter 7">
            <a:extLst>
              <a:ext uri="{FF2B5EF4-FFF2-40B4-BE49-F238E27FC236}">
                <a16:creationId xmlns:a16="http://schemas.microsoft.com/office/drawing/2014/main" id="{BDD83327-53A9-43F0-B118-4772C151B94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40475" y="6261682"/>
            <a:ext cx="5156200" cy="262943"/>
          </a:xfrm>
        </p:spPr>
        <p:txBody>
          <a:bodyPr lIns="0" tIns="54000" rIns="0" bIns="54000">
            <a:spAutoFit/>
          </a:bodyPr>
          <a:lstStyle>
            <a:lvl1pPr marL="0" indent="0" algn="l">
              <a:buNone/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de-DE" dirty="0"/>
              <a:t>Bildquelle hier angeben</a:t>
            </a:r>
          </a:p>
        </p:txBody>
      </p:sp>
    </p:spTree>
    <p:extLst>
      <p:ext uri="{BB962C8B-B14F-4D97-AF65-F5344CB8AC3E}">
        <p14:creationId xmlns:p14="http://schemas.microsoft.com/office/powerpoint/2010/main" val="20353708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Inhalt/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E243AE-4939-4DED-AAB6-88EFB5F7C1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1628775"/>
            <a:ext cx="10801349" cy="337900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11" name="Textplatzhalter 20">
            <a:extLst>
              <a:ext uri="{FF2B5EF4-FFF2-40B4-BE49-F238E27FC236}">
                <a16:creationId xmlns:a16="http://schemas.microsoft.com/office/drawing/2014/main" id="{B0949BCE-540C-4310-9432-ECBCD4F9E8D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87999" y="5245768"/>
            <a:ext cx="11208676" cy="1278857"/>
          </a:xfrm>
          <a:solidFill>
            <a:schemeClr val="accent4">
              <a:lumMod val="50000"/>
            </a:schemeClr>
          </a:solidFill>
        </p:spPr>
        <p:txBody>
          <a:bodyPr tIns="144000"/>
          <a:lstStyle>
            <a:lvl1pPr marL="539750" indent="-231775" defTabSz="539750"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bg1"/>
                </a:solidFill>
              </a:defRPr>
            </a:lvl1pPr>
            <a:lvl2pPr marL="539750" indent="-231775" defTabSz="539750"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bg1"/>
                </a:solidFill>
              </a:defRPr>
            </a:lvl2pPr>
            <a:lvl3pPr marL="539750" indent="-231775" defTabSz="539750"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3pPr>
            <a:lvl4pPr marL="539750" indent="-231775" defTabSz="539750">
              <a:defRPr/>
            </a:lvl4pPr>
            <a:lvl5pPr marL="539750" indent="-231775" defTabSz="539750"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AC8D3D5-3F24-32BA-B9E4-6239FD09AAD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Norman Wildmann, Institute of Atm. Physics, 16 June 2026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2091854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Inhalt/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hteck 24">
            <a:extLst>
              <a:ext uri="{FF2B5EF4-FFF2-40B4-BE49-F238E27FC236}">
                <a16:creationId xmlns:a16="http://schemas.microsoft.com/office/drawing/2014/main" id="{1B6BF6A4-FC91-4167-8F07-41431B226865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C7D4156-B9EE-48B3-B002-FF1BD1B4E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333375"/>
            <a:ext cx="10054800" cy="9864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B605818-BCB5-4851-918D-4380EE7BB9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5326" y="2095626"/>
            <a:ext cx="3482038" cy="823912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8BAA6193-522B-4DE7-B07C-2474178A85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3" name="Textplatzhalter 2">
            <a:extLst>
              <a:ext uri="{FF2B5EF4-FFF2-40B4-BE49-F238E27FC236}">
                <a16:creationId xmlns:a16="http://schemas.microsoft.com/office/drawing/2014/main" id="{235C822F-CC3C-4AC6-8713-E8BC4920D334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8014636" y="2095626"/>
            <a:ext cx="3482038" cy="823912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A8A8ACBD-7378-4E9B-B8F5-8AA7E85F464C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4354981" y="2095626"/>
            <a:ext cx="3482038" cy="823912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213B05B4-8F80-42F2-99E5-82EFE1078CF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95326" y="3041584"/>
            <a:ext cx="3482038" cy="1915428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sz="1600">
                <a:solidFill>
                  <a:srgbClr val="D9117E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de-DE" dirty="0"/>
              <a:t>Platzhaltermotiv ersetzen</a:t>
            </a:r>
          </a:p>
        </p:txBody>
      </p:sp>
      <p:sp>
        <p:nvSpPr>
          <p:cNvPr id="17" name="Bildplatzhalter 15">
            <a:extLst>
              <a:ext uri="{FF2B5EF4-FFF2-40B4-BE49-F238E27FC236}">
                <a16:creationId xmlns:a16="http://schemas.microsoft.com/office/drawing/2014/main" id="{0DDDB17B-0986-46FF-939D-242CCFD35E6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354981" y="3041584"/>
            <a:ext cx="3482038" cy="1915428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sz="1600">
                <a:solidFill>
                  <a:srgbClr val="D9117E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de-DE" dirty="0"/>
              <a:t>Platzhaltermotiv ersetzen</a:t>
            </a:r>
          </a:p>
        </p:txBody>
      </p:sp>
      <p:sp>
        <p:nvSpPr>
          <p:cNvPr id="18" name="Bildplatzhalter 15">
            <a:extLst>
              <a:ext uri="{FF2B5EF4-FFF2-40B4-BE49-F238E27FC236}">
                <a16:creationId xmlns:a16="http://schemas.microsoft.com/office/drawing/2014/main" id="{D46DB007-86EC-4631-9973-7E69665C066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014637" y="3041584"/>
            <a:ext cx="3482038" cy="1915428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sz="1600">
                <a:solidFill>
                  <a:srgbClr val="D9117E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de-DE" dirty="0"/>
              <a:t>Platzhaltermotiv ersetzen</a:t>
            </a:r>
          </a:p>
        </p:txBody>
      </p:sp>
      <p:sp>
        <p:nvSpPr>
          <p:cNvPr id="24" name="Textplatzhalter 23">
            <a:extLst>
              <a:ext uri="{FF2B5EF4-FFF2-40B4-BE49-F238E27FC236}">
                <a16:creationId xmlns:a16="http://schemas.microsoft.com/office/drawing/2014/main" id="{C2C85D4D-1A11-4D5D-986E-8754B4B26DE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5325" y="1487788"/>
            <a:ext cx="3482038" cy="439824"/>
          </a:xfrm>
          <a:solidFill>
            <a:schemeClr val="accent4">
              <a:lumMod val="75000"/>
            </a:schemeClr>
          </a:solidFill>
        </p:spPr>
        <p:txBody>
          <a:bodyPr wrap="square"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26" name="Grafik 25">
            <a:extLst>
              <a:ext uri="{FF2B5EF4-FFF2-40B4-BE49-F238E27FC236}">
                <a16:creationId xmlns:a16="http://schemas.microsoft.com/office/drawing/2014/main" id="{4570C8F3-09F4-4F6C-BDF3-B1F82DC969D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15" name="Textplatzhalter 20">
            <a:extLst>
              <a:ext uri="{FF2B5EF4-FFF2-40B4-BE49-F238E27FC236}">
                <a16:creationId xmlns:a16="http://schemas.microsoft.com/office/drawing/2014/main" id="{A1BCFDDC-E704-4456-842B-CA12D08661D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87999" y="5245768"/>
            <a:ext cx="11208676" cy="1278857"/>
          </a:xfrm>
          <a:solidFill>
            <a:schemeClr val="accent4">
              <a:lumMod val="50000"/>
            </a:schemeClr>
          </a:solidFill>
        </p:spPr>
        <p:txBody>
          <a:bodyPr tIns="144000"/>
          <a:lstStyle>
            <a:lvl1pPr marL="539750" indent="-231775" defTabSz="539750"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bg1"/>
                </a:solidFill>
              </a:defRPr>
            </a:lvl1pPr>
            <a:lvl2pPr marL="539750" indent="-231775" defTabSz="539750"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bg1"/>
                </a:solidFill>
              </a:defRPr>
            </a:lvl2pPr>
            <a:lvl3pPr marL="539750" indent="-231775" defTabSz="539750"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3pPr>
            <a:lvl4pPr marL="539750" indent="-231775" defTabSz="539750">
              <a:defRPr/>
            </a:lvl4pPr>
            <a:lvl5pPr marL="539750" indent="-231775" defTabSz="539750"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B38C3D2-DF70-153A-B8DF-4CECDC07280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Norman Wildmann, Institute of Atm. Physics, 16 June 2026</a:t>
            </a:r>
            <a:endParaRPr lang="de-DE" dirty="0"/>
          </a:p>
        </p:txBody>
      </p:sp>
      <p:sp>
        <p:nvSpPr>
          <p:cNvPr id="19" name="Textplatzhalter 7">
            <a:extLst>
              <a:ext uri="{FF2B5EF4-FFF2-40B4-BE49-F238E27FC236}">
                <a16:creationId xmlns:a16="http://schemas.microsoft.com/office/drawing/2014/main" id="{A0B66065-A90B-42CE-AB21-A10BC99E2F7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95325" y="4691485"/>
            <a:ext cx="3482037" cy="262943"/>
          </a:xfrm>
        </p:spPr>
        <p:txBody>
          <a:bodyPr lIns="54000" tIns="54000" rIns="54000" bIns="54000">
            <a:spAutoFit/>
          </a:bodyPr>
          <a:lstStyle>
            <a:lvl1pPr marL="0" indent="0" algn="l">
              <a:buNone/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de-DE" dirty="0"/>
              <a:t>Bildquelle hier angeben</a:t>
            </a:r>
          </a:p>
        </p:txBody>
      </p:sp>
      <p:sp>
        <p:nvSpPr>
          <p:cNvPr id="20" name="Textplatzhalter 7">
            <a:extLst>
              <a:ext uri="{FF2B5EF4-FFF2-40B4-BE49-F238E27FC236}">
                <a16:creationId xmlns:a16="http://schemas.microsoft.com/office/drawing/2014/main" id="{1DF29164-F178-452D-BFF5-C254D0EE07F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54979" y="4691485"/>
            <a:ext cx="3482037" cy="262943"/>
          </a:xfrm>
        </p:spPr>
        <p:txBody>
          <a:bodyPr lIns="54000" tIns="54000" rIns="54000" bIns="54000">
            <a:spAutoFit/>
          </a:bodyPr>
          <a:lstStyle>
            <a:lvl1pPr marL="0" indent="0" algn="l">
              <a:buNone/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de-DE" dirty="0"/>
              <a:t>Bildquelle hier angeben</a:t>
            </a:r>
          </a:p>
        </p:txBody>
      </p:sp>
      <p:sp>
        <p:nvSpPr>
          <p:cNvPr id="21" name="Textplatzhalter 7">
            <a:extLst>
              <a:ext uri="{FF2B5EF4-FFF2-40B4-BE49-F238E27FC236}">
                <a16:creationId xmlns:a16="http://schemas.microsoft.com/office/drawing/2014/main" id="{5C28B56B-7948-4592-91CE-ABFAA2C3B0F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14637" y="4687047"/>
            <a:ext cx="3482037" cy="262943"/>
          </a:xfrm>
        </p:spPr>
        <p:txBody>
          <a:bodyPr lIns="54000" tIns="54000" rIns="54000" bIns="54000">
            <a:spAutoFit/>
          </a:bodyPr>
          <a:lstStyle>
            <a:lvl1pPr marL="0" indent="0" algn="l">
              <a:buNone/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de-DE" dirty="0"/>
              <a:t>Bildquelle hier angeben</a:t>
            </a:r>
          </a:p>
        </p:txBody>
      </p:sp>
    </p:spTree>
    <p:extLst>
      <p:ext uri="{BB962C8B-B14F-4D97-AF65-F5344CB8AC3E}">
        <p14:creationId xmlns:p14="http://schemas.microsoft.com/office/powerpoint/2010/main" val="12858004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Inhalt/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E8896D9-06D8-F605-C9DB-A9519477D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Norman Wildmann, Institute of Atm. Physics, 16 June 2026</a:t>
            </a:r>
            <a:endParaRPr lang="de-DE" dirty="0"/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96FFF96C-003A-2C95-0C20-6A5ECF67AE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4800" y="1628775"/>
            <a:ext cx="5400000" cy="4896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82C0F5C3-8222-0817-ECCA-D675DF1CE7EC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340475" y="1628625"/>
            <a:ext cx="5156200" cy="4896000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>
                <a:solidFill>
                  <a:srgbClr val="D9117E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de-DE" dirty="0"/>
              <a:t>Platzhaltermotiv ersetzen</a:t>
            </a:r>
          </a:p>
        </p:txBody>
      </p:sp>
      <p:sp>
        <p:nvSpPr>
          <p:cNvPr id="10" name="Textplatzhalter 7">
            <a:extLst>
              <a:ext uri="{FF2B5EF4-FFF2-40B4-BE49-F238E27FC236}">
                <a16:creationId xmlns:a16="http://schemas.microsoft.com/office/drawing/2014/main" id="{63091490-BE07-49DA-AB3E-77A9AAE5750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 rot="5400000">
            <a:off x="9180145" y="3945152"/>
            <a:ext cx="4896003" cy="262943"/>
          </a:xfrm>
        </p:spPr>
        <p:txBody>
          <a:bodyPr lIns="54000" tIns="54000" rIns="54000" bIns="54000">
            <a:spAutoFit/>
          </a:bodyPr>
          <a:lstStyle>
            <a:lvl1pPr marL="0" indent="0" algn="r">
              <a:buNone/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de-DE" dirty="0"/>
              <a:t>Bildquelle hier angeben</a:t>
            </a:r>
          </a:p>
        </p:txBody>
      </p:sp>
    </p:spTree>
    <p:extLst>
      <p:ext uri="{BB962C8B-B14F-4D97-AF65-F5344CB8AC3E}">
        <p14:creationId xmlns:p14="http://schemas.microsoft.com/office/powerpoint/2010/main" val="316681516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Tabelle/Tabl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81FCDC8-3081-4340-AF3B-5B61880598E5}"/>
              </a:ext>
            </a:extLst>
          </p:cNvPr>
          <p:cNvSpPr/>
          <p:nvPr userDrawn="1"/>
        </p:nvSpPr>
        <p:spPr>
          <a:xfrm>
            <a:off x="-1" y="-2406"/>
            <a:ext cx="12192001" cy="686040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C9C186D-B875-45B9-9C0A-1830A52B4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57C04B8-FAE9-4576-9D50-12084ACA00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6948ECD-4444-4227-81E3-3211A0E717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2"/>
          </a:xfrm>
          <a:prstGeom prst="rect">
            <a:avLst/>
          </a:prstGeom>
        </p:spPr>
      </p:pic>
      <p:sp>
        <p:nvSpPr>
          <p:cNvPr id="11" name="Tabellenplatzhalter 4">
            <a:extLst>
              <a:ext uri="{FF2B5EF4-FFF2-40B4-BE49-F238E27FC236}">
                <a16:creationId xmlns:a16="http://schemas.microsoft.com/office/drawing/2014/main" id="{57BDB932-A261-4963-8CCA-D819AAB058CA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695325" y="1628776"/>
            <a:ext cx="10801350" cy="4895850"/>
          </a:xfrm>
        </p:spPr>
        <p:txBody>
          <a:bodyPr/>
          <a:lstStyle/>
          <a:p>
            <a:r>
              <a:rPr lang="de-DE"/>
              <a:t>Tabelle durch Klicken auf Symbol hinzufügen</a:t>
            </a:r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51EFB8F-681F-B958-6016-DE1F84F28FC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Norman Wildmann, Institute of Atm. Physics, 16 June 2026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15326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Mustertabelle/Table Sampl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81FCDC8-3081-4340-AF3B-5B61880598E5}"/>
              </a:ext>
            </a:extLst>
          </p:cNvPr>
          <p:cNvSpPr/>
          <p:nvPr userDrawn="1"/>
        </p:nvSpPr>
        <p:spPr>
          <a:xfrm>
            <a:off x="-1" y="-2406"/>
            <a:ext cx="12192001" cy="686040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57C04B8-FAE9-4576-9D50-12084ACA00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6948ECD-4444-4227-81E3-3211A0E717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2"/>
          </a:xfrm>
          <a:prstGeom prst="rect">
            <a:avLst/>
          </a:prstGeom>
        </p:spPr>
      </p:pic>
      <p:graphicFrame>
        <p:nvGraphicFramePr>
          <p:cNvPr id="10" name="Tabellenplatzhalter 7">
            <a:extLst>
              <a:ext uri="{FF2B5EF4-FFF2-40B4-BE49-F238E27FC236}">
                <a16:creationId xmlns:a16="http://schemas.microsoft.com/office/drawing/2014/main" id="{0D3ABB45-EB62-4087-B3EF-39BEE25E7081}"/>
              </a:ext>
            </a:extLst>
          </p:cNvPr>
          <p:cNvGraphicFramePr>
            <a:graphicFrameLocks/>
          </p:cNvGraphicFramePr>
          <p:nvPr userDrawn="1"/>
        </p:nvGraphicFramePr>
        <p:xfrm>
          <a:off x="695325" y="1628775"/>
          <a:ext cx="10801350" cy="29419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160270">
                  <a:extLst>
                    <a:ext uri="{9D8B030D-6E8A-4147-A177-3AD203B41FA5}">
                      <a16:colId xmlns:a16="http://schemas.microsoft.com/office/drawing/2014/main" val="3414773314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4143605508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3205677931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51638767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411794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Titel 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Titel 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Titel 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Titel 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Titel 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0165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1.1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2.1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3.1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4.1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5.1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6140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1.2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2.2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3.2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4.2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5.2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9801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1.3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2.3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3.3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4.3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5.3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94922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1.4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2.4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3.4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4.4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5.4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44701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1.5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2.5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3.5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4.5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5.5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7931053"/>
                  </a:ext>
                </a:extLst>
              </a:tr>
            </a:tbl>
          </a:graphicData>
        </a:graphic>
      </p:graphicFrame>
      <p:sp>
        <p:nvSpPr>
          <p:cNvPr id="11" name="Textfeld 10">
            <a:extLst>
              <a:ext uri="{FF2B5EF4-FFF2-40B4-BE49-F238E27FC236}">
                <a16:creationId xmlns:a16="http://schemas.microsoft.com/office/drawing/2014/main" id="{3D336417-AA09-48C9-BDF2-558668A9C82D}"/>
              </a:ext>
            </a:extLst>
          </p:cNvPr>
          <p:cNvSpPr txBox="1"/>
          <p:nvPr userDrawn="1"/>
        </p:nvSpPr>
        <p:spPr>
          <a:xfrm>
            <a:off x="695325" y="333375"/>
            <a:ext cx="10056092" cy="985286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</a:pPr>
            <a:r>
              <a:rPr lang="de-DE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Mustertabelle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0407347F-35E4-52BE-8323-099180448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Norman Wildmann, Institute of Atm. Physics, 16 June 2026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981501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Tabelle/Tabl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16133B2B-12C4-FE1C-E575-FCC33EDD08E8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57C04B8-FAE9-4576-9D50-12084ACA00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1" name="Tabellenplatzhalter 4">
            <a:extLst>
              <a:ext uri="{FF2B5EF4-FFF2-40B4-BE49-F238E27FC236}">
                <a16:creationId xmlns:a16="http://schemas.microsoft.com/office/drawing/2014/main" id="{57BDB932-A261-4963-8CCA-D819AAB058CA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695325" y="1628776"/>
            <a:ext cx="10801350" cy="4895850"/>
          </a:xfrm>
        </p:spPr>
        <p:txBody>
          <a:bodyPr/>
          <a:lstStyle/>
          <a:p>
            <a:r>
              <a:rPr lang="de-DE"/>
              <a:t>Tabelle durch Klicken auf Symbol hinzufügen</a:t>
            </a: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8C0A269-0A22-1F24-8A6F-92CF83B25C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5" name="Fußzeilenplatzhalter 3">
            <a:extLst>
              <a:ext uri="{FF2B5EF4-FFF2-40B4-BE49-F238E27FC236}">
                <a16:creationId xmlns:a16="http://schemas.microsoft.com/office/drawing/2014/main" id="{1D6C117F-FFC7-BDD4-24D7-796BC82D0EF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95325" y="6544945"/>
            <a:ext cx="4114800" cy="257774"/>
          </a:xfrm>
        </p:spPr>
        <p:txBody>
          <a:bodyPr/>
          <a:lstStyle/>
          <a:p>
            <a:r>
              <a:rPr lang="en-US"/>
              <a:t>Norman Wildmann, Institute of Atm. Physics, 16 June 2026</a:t>
            </a:r>
            <a:endParaRPr lang="de-DE" dirty="0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7A68C062-180C-99B8-FA50-EA5C79290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333375"/>
            <a:ext cx="10056093" cy="985286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7170869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Mustertabelle/Table Sampl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84F5C07C-2A50-6CEC-8903-DECE4340365F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57C04B8-FAE9-4576-9D50-12084ACA00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6948ECD-4444-4227-81E3-3211A0E717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2"/>
          </a:xfrm>
          <a:prstGeom prst="rect">
            <a:avLst/>
          </a:prstGeom>
        </p:spPr>
      </p:pic>
      <p:sp>
        <p:nvSpPr>
          <p:cNvPr id="3" name="Fußzeilenplatzhalter 3">
            <a:extLst>
              <a:ext uri="{FF2B5EF4-FFF2-40B4-BE49-F238E27FC236}">
                <a16:creationId xmlns:a16="http://schemas.microsoft.com/office/drawing/2014/main" id="{02498D1E-5152-5ED6-C08A-6CCBDFC1357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95325" y="6544945"/>
            <a:ext cx="4114800" cy="257774"/>
          </a:xfrm>
        </p:spPr>
        <p:txBody>
          <a:bodyPr/>
          <a:lstStyle/>
          <a:p>
            <a:r>
              <a:rPr lang="en-US"/>
              <a:t>Norman Wildmann, Institute of Atm. Physics, 16 June 2026</a:t>
            </a:r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C5E7B69D-E0FA-E32D-919C-DDCBB4E93B6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7" name="Titel 1">
            <a:extLst>
              <a:ext uri="{FF2B5EF4-FFF2-40B4-BE49-F238E27FC236}">
                <a16:creationId xmlns:a16="http://schemas.microsoft.com/office/drawing/2014/main" id="{770CD29C-DC1E-D2B3-C8FD-6766D144E3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6" y="333375"/>
            <a:ext cx="10056093" cy="985286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Mustertabelle</a:t>
            </a:r>
          </a:p>
        </p:txBody>
      </p:sp>
      <p:graphicFrame>
        <p:nvGraphicFramePr>
          <p:cNvPr id="10" name="Tabellenplatzhalter 7">
            <a:extLst>
              <a:ext uri="{FF2B5EF4-FFF2-40B4-BE49-F238E27FC236}">
                <a16:creationId xmlns:a16="http://schemas.microsoft.com/office/drawing/2014/main" id="{6A231A57-5F02-685A-7690-A0C2EC8D0D92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3404763259"/>
              </p:ext>
            </p:extLst>
          </p:nvPr>
        </p:nvGraphicFramePr>
        <p:xfrm>
          <a:off x="695325" y="1628775"/>
          <a:ext cx="10801350" cy="29419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160270">
                  <a:extLst>
                    <a:ext uri="{9D8B030D-6E8A-4147-A177-3AD203B41FA5}">
                      <a16:colId xmlns:a16="http://schemas.microsoft.com/office/drawing/2014/main" val="3414773314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4143605508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3205677931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51638767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411794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Titel 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Titel 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Titel 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Titel 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Titel 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0165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1.1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CA69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2.1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CA69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3.1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CA69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4.1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CA69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5.1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CA69">
                        <a:alpha val="2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6140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1.2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E8C2">
                        <a:alpha val="2470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2.2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E8C2">
                        <a:alpha val="2470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3.2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E8C2">
                        <a:alpha val="2470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4.2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E8C2">
                        <a:alpha val="2470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5.2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E8C2">
                        <a:alpha val="2470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9801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1.3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F2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2.3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F2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3.3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F2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4.3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F2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5.3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94922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1.4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2.4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3.4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4.4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5.4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9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44701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1.5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F2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2.5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F2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3.5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F2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4.5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F2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5.5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79310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154171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 Titel/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3A1DD6DF-B176-485D-B01F-0D026F51E4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Rechteck 10">
            <a:extLst>
              <a:ext uri="{FF2B5EF4-FFF2-40B4-BE49-F238E27FC236}">
                <a16:creationId xmlns:a16="http://schemas.microsoft.com/office/drawing/2014/main" id="{5CF0C306-39D7-4EAE-89DF-69763743BA67}"/>
              </a:ext>
            </a:extLst>
          </p:cNvPr>
          <p:cNvSpPr/>
          <p:nvPr userDrawn="1"/>
        </p:nvSpPr>
        <p:spPr>
          <a:xfrm>
            <a:off x="0" y="0"/>
            <a:ext cx="695326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E5C513F-BDE5-4EEA-A208-17CFB8B9C3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5326" y="3803208"/>
            <a:ext cx="9697665" cy="1141439"/>
          </a:xfrm>
          <a:solidFill>
            <a:srgbClr val="BE9600">
              <a:alpha val="80000"/>
            </a:srgbClr>
          </a:solidFill>
        </p:spPr>
        <p:txBody>
          <a:bodyPr lIns="288000" tIns="144000" rIns="432000" bIns="144000" anchor="ctr">
            <a:normAutofit/>
          </a:bodyPr>
          <a:lstStyle>
            <a:lvl1pPr marL="717550" indent="0" algn="l">
              <a:buNone/>
              <a:defRPr sz="16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52A8061A-9228-4DB0-8D9D-1B65E6A7D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0000" y="333374"/>
            <a:ext cx="9541821" cy="3205985"/>
          </a:xfrm>
        </p:spPr>
        <p:txBody>
          <a:bodyPr lIns="216000" tIns="0" rIns="0" bIns="108000" anchor="b">
            <a:noAutofit/>
          </a:bodyPr>
          <a:lstStyle>
            <a:lvl1pPr>
              <a:defRPr sz="4800" b="1" cap="all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6379A18D-BDEC-4A1A-B4E8-0BBF0FB0AB3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2991" y="5268397"/>
            <a:ext cx="1532709" cy="1265853"/>
          </a:xfrm>
          <a:prstGeom prst="rect">
            <a:avLst/>
          </a:prstGeom>
        </p:spPr>
      </p:pic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7338560D-8EC4-B53A-7006-5B5A972DC7D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425600" y="6544945"/>
            <a:ext cx="4114800" cy="257774"/>
          </a:xfrm>
        </p:spPr>
        <p:txBody>
          <a:bodyPr/>
          <a:lstStyle/>
          <a:p>
            <a:r>
              <a:rPr lang="en-US"/>
              <a:t>Norman Wildmann, Institute of Atm. Physics, 16 June 2026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602EDA2-8AA2-0466-B051-008CD776408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2308199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 Kapitel/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2">
            <a:extLst>
              <a:ext uri="{FF2B5EF4-FFF2-40B4-BE49-F238E27FC236}">
                <a16:creationId xmlns:a16="http://schemas.microsoft.com/office/drawing/2014/main" id="{A29A4717-2733-B1CC-C548-EE7EB957DA2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87338" y="0"/>
            <a:ext cx="11904662" cy="6858000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>
            <a:lvl1pPr>
              <a:defRPr>
                <a:solidFill>
                  <a:srgbClr val="D9117E"/>
                </a:solidFill>
              </a:defRPr>
            </a:lvl1pPr>
          </a:lstStyle>
          <a:p>
            <a:r>
              <a:rPr lang="de-DE" dirty="0"/>
              <a:t>Platzhaltermotiv ersetzen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6CCAB873-861B-47E3-BAE9-07181DA521FB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E04937E-4444-4817-AF16-D7E7EA0FEA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3" name="Titel 12">
            <a:extLst>
              <a:ext uri="{FF2B5EF4-FFF2-40B4-BE49-F238E27FC236}">
                <a16:creationId xmlns:a16="http://schemas.microsoft.com/office/drawing/2014/main" id="{A0C9CC46-BAE5-4171-9813-A78515AF72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999" y="5101588"/>
            <a:ext cx="10693822" cy="1141438"/>
          </a:xfrm>
          <a:solidFill>
            <a:srgbClr val="BE9600">
              <a:alpha val="80000"/>
            </a:srgbClr>
          </a:solidFill>
        </p:spPr>
        <p:txBody>
          <a:bodyPr lIns="396000" tIns="0" rIns="72000" bIns="0" anchor="ctr">
            <a:normAutofit/>
          </a:bodyPr>
          <a:lstStyle>
            <a:lvl1pPr>
              <a:defRPr sz="4800" cap="all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</a:t>
            </a:r>
          </a:p>
        </p:txBody>
      </p:sp>
      <p:sp>
        <p:nvSpPr>
          <p:cNvPr id="8" name="Textplatzhalter 9">
            <a:extLst>
              <a:ext uri="{FF2B5EF4-FFF2-40B4-BE49-F238E27FC236}">
                <a16:creationId xmlns:a16="http://schemas.microsoft.com/office/drawing/2014/main" id="{E24BD797-BDE4-4F8B-BD63-88445F3046D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983600" y="302400"/>
            <a:ext cx="943200" cy="7812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8C9E1831-352F-2D39-ACE5-21BCE2855BB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Norman Wildmann, Institute of Atm. Physics, 16 June 2026</a:t>
            </a:r>
            <a:endParaRPr lang="de-DE" dirty="0"/>
          </a:p>
        </p:txBody>
      </p:sp>
      <p:sp>
        <p:nvSpPr>
          <p:cNvPr id="10" name="Textplatzhalter 7">
            <a:extLst>
              <a:ext uri="{FF2B5EF4-FFF2-40B4-BE49-F238E27FC236}">
                <a16:creationId xmlns:a16="http://schemas.microsoft.com/office/drawing/2014/main" id="{1259D6A6-05B5-46EA-8EC9-375D1F6F0D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 rot="5400000">
            <a:off x="9600966" y="3917193"/>
            <a:ext cx="4388725" cy="262943"/>
          </a:xfrm>
        </p:spPr>
        <p:txBody>
          <a:bodyPr lIns="0" tIns="54000" rIns="0" bIns="54000">
            <a:spAutoFit/>
          </a:bodyPr>
          <a:lstStyle>
            <a:lvl1pPr marL="0" indent="0" algn="r"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Bildquelle hier angeben</a:t>
            </a:r>
          </a:p>
        </p:txBody>
      </p:sp>
    </p:spTree>
    <p:extLst>
      <p:ext uri="{BB962C8B-B14F-4D97-AF65-F5344CB8AC3E}">
        <p14:creationId xmlns:p14="http://schemas.microsoft.com/office/powerpoint/2010/main" val="254690858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 Inhalt/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E243AE-4939-4DED-AAB6-88EFB5F7C1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4EBC151-FC60-E584-26BE-7134EAB82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Norman Wildmann, Institute of Atm. Physics, 16 June 2026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6699340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 Inhalt/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E243AE-4939-4DED-AAB6-88EFB5F7C1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2095625"/>
            <a:ext cx="10801349" cy="442899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10" name="Textplatzhalter 23">
            <a:extLst>
              <a:ext uri="{FF2B5EF4-FFF2-40B4-BE49-F238E27FC236}">
                <a16:creationId xmlns:a16="http://schemas.microsoft.com/office/drawing/2014/main" id="{19A4112A-F23E-4E93-B0DE-E0650E1BFC4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5325" y="1487788"/>
            <a:ext cx="3482038" cy="439824"/>
          </a:xfrm>
          <a:solidFill>
            <a:schemeClr val="accent2">
              <a:lumMod val="75000"/>
            </a:schemeClr>
          </a:solidFill>
        </p:spPr>
        <p:txBody>
          <a:bodyPr wrap="square"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107BD53-6A79-8877-2BE1-B0C49A39BD9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Norman Wildmann, Institute of Atm. Physics, 16 June 2026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6076178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 Inhalt/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E243AE-4939-4DED-AAB6-88EFB5F7C1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4" y="2095625"/>
            <a:ext cx="5400675" cy="185073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10" name="Textplatzhalter 23">
            <a:extLst>
              <a:ext uri="{FF2B5EF4-FFF2-40B4-BE49-F238E27FC236}">
                <a16:creationId xmlns:a16="http://schemas.microsoft.com/office/drawing/2014/main" id="{19A4112A-F23E-4E93-B0DE-E0650E1BFC4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5325" y="1487788"/>
            <a:ext cx="3482038" cy="439824"/>
          </a:xfrm>
          <a:solidFill>
            <a:schemeClr val="accent2">
              <a:lumMod val="75000"/>
            </a:schemeClr>
          </a:solidFill>
        </p:spPr>
        <p:txBody>
          <a:bodyPr wrap="square"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68187CB7-2C33-1C03-52A8-8996E6753E49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695325" y="4673892"/>
            <a:ext cx="5400675" cy="185073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2" name="Textplatzhalter 23">
            <a:extLst>
              <a:ext uri="{FF2B5EF4-FFF2-40B4-BE49-F238E27FC236}">
                <a16:creationId xmlns:a16="http://schemas.microsoft.com/office/drawing/2014/main" id="{756228A2-CAF9-B1A1-1C97-DA91AB6BED6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5325" y="4066055"/>
            <a:ext cx="3482038" cy="439824"/>
          </a:xfrm>
          <a:solidFill>
            <a:schemeClr val="accent2">
              <a:lumMod val="75000"/>
            </a:schemeClr>
          </a:solidFill>
        </p:spPr>
        <p:txBody>
          <a:bodyPr wrap="square"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3" name="Bildplatzhalter 4">
            <a:extLst>
              <a:ext uri="{FF2B5EF4-FFF2-40B4-BE49-F238E27FC236}">
                <a16:creationId xmlns:a16="http://schemas.microsoft.com/office/drawing/2014/main" id="{CA1CEBC5-E31D-F865-99F9-F5B2C3A4B1C3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340475" y="1487789"/>
            <a:ext cx="5156200" cy="4773894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>
            <a:lvl1pPr>
              <a:defRPr>
                <a:solidFill>
                  <a:srgbClr val="D9117E"/>
                </a:solidFill>
              </a:defRPr>
            </a:lvl1pPr>
          </a:lstStyle>
          <a:p>
            <a:r>
              <a:rPr lang="de-DE" dirty="0"/>
              <a:t>Platzhaltermotiv ersetzen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B1A145E-844F-C173-0E1A-4D5807A9AB03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Norman Wildmann, Institute of Atm. Physics, 16 June 2026</a:t>
            </a:r>
            <a:endParaRPr lang="de-DE" dirty="0"/>
          </a:p>
        </p:txBody>
      </p:sp>
      <p:sp>
        <p:nvSpPr>
          <p:cNvPr id="14" name="Textplatzhalter 7">
            <a:extLst>
              <a:ext uri="{FF2B5EF4-FFF2-40B4-BE49-F238E27FC236}">
                <a16:creationId xmlns:a16="http://schemas.microsoft.com/office/drawing/2014/main" id="{840187B5-C0D9-4C3E-BD8E-DD1348AC916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40475" y="6261682"/>
            <a:ext cx="5156200" cy="262943"/>
          </a:xfrm>
        </p:spPr>
        <p:txBody>
          <a:bodyPr lIns="0" tIns="54000" rIns="0" bIns="54000">
            <a:spAutoFit/>
          </a:bodyPr>
          <a:lstStyle>
            <a:lvl1pPr marL="0" indent="0" algn="l">
              <a:buNone/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de-DE" dirty="0"/>
              <a:t>Bildquelle hier angeben</a:t>
            </a:r>
          </a:p>
        </p:txBody>
      </p:sp>
    </p:spTree>
    <p:extLst>
      <p:ext uri="{BB962C8B-B14F-4D97-AF65-F5344CB8AC3E}">
        <p14:creationId xmlns:p14="http://schemas.microsoft.com/office/powerpoint/2010/main" val="72798463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 Inhalt/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E243AE-4939-4DED-AAB6-88EFB5F7C1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1628775"/>
            <a:ext cx="10801349" cy="337900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11" name="Textplatzhalter 20">
            <a:extLst>
              <a:ext uri="{FF2B5EF4-FFF2-40B4-BE49-F238E27FC236}">
                <a16:creationId xmlns:a16="http://schemas.microsoft.com/office/drawing/2014/main" id="{59E7F815-FED3-4D8F-9D9B-35CCAF3B263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87999" y="5245768"/>
            <a:ext cx="11208676" cy="1278857"/>
          </a:xfrm>
          <a:solidFill>
            <a:srgbClr val="BE9600"/>
          </a:solidFill>
        </p:spPr>
        <p:txBody>
          <a:bodyPr tIns="144000"/>
          <a:lstStyle>
            <a:lvl1pPr marL="539750" indent="-231775" defTabSz="539750"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bg1"/>
                </a:solidFill>
              </a:defRPr>
            </a:lvl1pPr>
            <a:lvl2pPr marL="539750" indent="-231775" defTabSz="539750"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bg1"/>
                </a:solidFill>
              </a:defRPr>
            </a:lvl2pPr>
            <a:lvl3pPr marL="539750" indent="-231775" defTabSz="539750"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3pPr>
            <a:lvl4pPr marL="539750" indent="-231775" defTabSz="539750">
              <a:defRPr/>
            </a:lvl4pPr>
            <a:lvl5pPr marL="539750" indent="-231775" defTabSz="539750"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2093030-8FCB-CEE5-FAC4-DF786DEBF90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Norman Wildmann, Institute of Atm. Physics, 16 June 2026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3830308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 Inhalt/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hteck 24">
            <a:extLst>
              <a:ext uri="{FF2B5EF4-FFF2-40B4-BE49-F238E27FC236}">
                <a16:creationId xmlns:a16="http://schemas.microsoft.com/office/drawing/2014/main" id="{1B6BF6A4-FC91-4167-8F07-41431B226865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C7D4156-B9EE-48B3-B002-FF1BD1B4E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333375"/>
            <a:ext cx="10054800" cy="9864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B605818-BCB5-4851-918D-4380EE7BB9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5326" y="2095626"/>
            <a:ext cx="3482038" cy="823912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8BAA6193-522B-4DE7-B07C-2474178A85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3" name="Textplatzhalter 2">
            <a:extLst>
              <a:ext uri="{FF2B5EF4-FFF2-40B4-BE49-F238E27FC236}">
                <a16:creationId xmlns:a16="http://schemas.microsoft.com/office/drawing/2014/main" id="{235C822F-CC3C-4AC6-8713-E8BC4920D334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8014636" y="2095626"/>
            <a:ext cx="3482038" cy="823912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A8A8ACBD-7378-4E9B-B8F5-8AA7E85F464C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4354981" y="2095626"/>
            <a:ext cx="3482038" cy="823912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213B05B4-8F80-42F2-99E5-82EFE1078CF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95326" y="3041584"/>
            <a:ext cx="3482038" cy="1915428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 sz="1600">
                <a:solidFill>
                  <a:srgbClr val="D9117E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de-DE" dirty="0"/>
              <a:t>Platzhaltermotiv ersetzen</a:t>
            </a:r>
          </a:p>
        </p:txBody>
      </p:sp>
      <p:sp>
        <p:nvSpPr>
          <p:cNvPr id="17" name="Bildplatzhalter 15">
            <a:extLst>
              <a:ext uri="{FF2B5EF4-FFF2-40B4-BE49-F238E27FC236}">
                <a16:creationId xmlns:a16="http://schemas.microsoft.com/office/drawing/2014/main" id="{0DDDB17B-0986-46FF-939D-242CCFD35E6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354981" y="3041584"/>
            <a:ext cx="3482038" cy="1915428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sz="1600">
                <a:solidFill>
                  <a:srgbClr val="D9117E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de-DE" dirty="0"/>
              <a:t>Platzhaltermotiv ersetzen</a:t>
            </a:r>
          </a:p>
        </p:txBody>
      </p:sp>
      <p:sp>
        <p:nvSpPr>
          <p:cNvPr id="18" name="Bildplatzhalter 15">
            <a:extLst>
              <a:ext uri="{FF2B5EF4-FFF2-40B4-BE49-F238E27FC236}">
                <a16:creationId xmlns:a16="http://schemas.microsoft.com/office/drawing/2014/main" id="{D46DB007-86EC-4631-9973-7E69665C066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014637" y="3041584"/>
            <a:ext cx="3482038" cy="1915428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sz="1600">
                <a:solidFill>
                  <a:srgbClr val="D9117E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de-DE" dirty="0"/>
              <a:t>Platzhaltermotiv ersetzen</a:t>
            </a:r>
          </a:p>
        </p:txBody>
      </p:sp>
      <p:sp>
        <p:nvSpPr>
          <p:cNvPr id="24" name="Textplatzhalter 23">
            <a:extLst>
              <a:ext uri="{FF2B5EF4-FFF2-40B4-BE49-F238E27FC236}">
                <a16:creationId xmlns:a16="http://schemas.microsoft.com/office/drawing/2014/main" id="{C2C85D4D-1A11-4D5D-986E-8754B4B26DE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5325" y="1487788"/>
            <a:ext cx="3482038" cy="439824"/>
          </a:xfrm>
          <a:solidFill>
            <a:schemeClr val="accent2">
              <a:lumMod val="75000"/>
            </a:schemeClr>
          </a:solidFill>
        </p:spPr>
        <p:txBody>
          <a:bodyPr wrap="square"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26" name="Grafik 25">
            <a:extLst>
              <a:ext uri="{FF2B5EF4-FFF2-40B4-BE49-F238E27FC236}">
                <a16:creationId xmlns:a16="http://schemas.microsoft.com/office/drawing/2014/main" id="{4570C8F3-09F4-4F6C-BDF3-B1F82DC969D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15" name="Textplatzhalter 20">
            <a:extLst>
              <a:ext uri="{FF2B5EF4-FFF2-40B4-BE49-F238E27FC236}">
                <a16:creationId xmlns:a16="http://schemas.microsoft.com/office/drawing/2014/main" id="{9D0FAF78-2A5F-4E8E-B1EE-D7C42554953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87999" y="5245768"/>
            <a:ext cx="11208676" cy="1278857"/>
          </a:xfrm>
          <a:solidFill>
            <a:srgbClr val="BE9600"/>
          </a:solidFill>
        </p:spPr>
        <p:txBody>
          <a:bodyPr tIns="144000"/>
          <a:lstStyle>
            <a:lvl1pPr marL="539750" indent="-231775" defTabSz="539750"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bg1"/>
                </a:solidFill>
              </a:defRPr>
            </a:lvl1pPr>
            <a:lvl2pPr marL="539750" indent="-231775" defTabSz="539750"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bg1"/>
                </a:solidFill>
              </a:defRPr>
            </a:lvl2pPr>
            <a:lvl3pPr marL="539750" indent="-231775" defTabSz="539750"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3pPr>
            <a:lvl4pPr marL="539750" indent="-231775" defTabSz="539750">
              <a:defRPr/>
            </a:lvl4pPr>
            <a:lvl5pPr marL="539750" indent="-231775" defTabSz="539750"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C09EDA4-178A-19BE-891D-96E3D2B19D2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Norman Wildmann, Institute of Atm. Physics, 16 June 2026</a:t>
            </a:r>
            <a:endParaRPr lang="de-DE" dirty="0"/>
          </a:p>
        </p:txBody>
      </p:sp>
      <p:sp>
        <p:nvSpPr>
          <p:cNvPr id="19" name="Textplatzhalter 7">
            <a:extLst>
              <a:ext uri="{FF2B5EF4-FFF2-40B4-BE49-F238E27FC236}">
                <a16:creationId xmlns:a16="http://schemas.microsoft.com/office/drawing/2014/main" id="{D5005EEB-DB82-4172-9E38-FC638B5896F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95325" y="4691485"/>
            <a:ext cx="3482037" cy="262943"/>
          </a:xfrm>
        </p:spPr>
        <p:txBody>
          <a:bodyPr lIns="54000" tIns="54000" rIns="54000" bIns="54000">
            <a:spAutoFit/>
          </a:bodyPr>
          <a:lstStyle>
            <a:lvl1pPr marL="0" indent="0" algn="l">
              <a:buNone/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de-DE" dirty="0"/>
              <a:t>Bildquelle hier angeben</a:t>
            </a:r>
          </a:p>
        </p:txBody>
      </p:sp>
      <p:sp>
        <p:nvSpPr>
          <p:cNvPr id="20" name="Textplatzhalter 7">
            <a:extLst>
              <a:ext uri="{FF2B5EF4-FFF2-40B4-BE49-F238E27FC236}">
                <a16:creationId xmlns:a16="http://schemas.microsoft.com/office/drawing/2014/main" id="{24DA91B3-7F0D-4241-84E4-2EBCD4975DF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54979" y="4691485"/>
            <a:ext cx="3482037" cy="262943"/>
          </a:xfrm>
        </p:spPr>
        <p:txBody>
          <a:bodyPr lIns="54000" tIns="54000" rIns="54000" bIns="54000">
            <a:spAutoFit/>
          </a:bodyPr>
          <a:lstStyle>
            <a:lvl1pPr marL="0" indent="0" algn="l">
              <a:buNone/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de-DE" dirty="0"/>
              <a:t>Bildquelle hier angeben</a:t>
            </a:r>
          </a:p>
        </p:txBody>
      </p:sp>
      <p:sp>
        <p:nvSpPr>
          <p:cNvPr id="21" name="Textplatzhalter 7">
            <a:extLst>
              <a:ext uri="{FF2B5EF4-FFF2-40B4-BE49-F238E27FC236}">
                <a16:creationId xmlns:a16="http://schemas.microsoft.com/office/drawing/2014/main" id="{8C45FF28-3202-404B-992F-4940BF37FD9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14637" y="4687047"/>
            <a:ext cx="3482037" cy="262943"/>
          </a:xfrm>
        </p:spPr>
        <p:txBody>
          <a:bodyPr lIns="54000" tIns="54000" rIns="54000" bIns="54000">
            <a:spAutoFit/>
          </a:bodyPr>
          <a:lstStyle>
            <a:lvl1pPr marL="0" indent="0" algn="l">
              <a:buNone/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de-DE" dirty="0"/>
              <a:t>Bildquelle hier angeben</a:t>
            </a:r>
          </a:p>
        </p:txBody>
      </p:sp>
    </p:spTree>
    <p:extLst>
      <p:ext uri="{BB962C8B-B14F-4D97-AF65-F5344CB8AC3E}">
        <p14:creationId xmlns:p14="http://schemas.microsoft.com/office/powerpoint/2010/main" val="256477573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 Inhalt/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4EBC151-FC60-E584-26BE-7134EAB82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Norman Wildmann, Institute of Atm. Physics, 16 June 2026</a:t>
            </a:r>
            <a:endParaRPr lang="de-DE" dirty="0"/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705F4847-2276-AAFB-108E-DBA5E7360C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4800" y="1628775"/>
            <a:ext cx="5400000" cy="4896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7BE329DB-A001-C66F-6040-0E3452855230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340475" y="1628625"/>
            <a:ext cx="5156200" cy="4896000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>
                <a:solidFill>
                  <a:srgbClr val="D9117E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de-DE" dirty="0"/>
              <a:t>Platzhaltermotiv ersetzen</a:t>
            </a:r>
          </a:p>
        </p:txBody>
      </p:sp>
      <p:sp>
        <p:nvSpPr>
          <p:cNvPr id="10" name="Textplatzhalter 7">
            <a:extLst>
              <a:ext uri="{FF2B5EF4-FFF2-40B4-BE49-F238E27FC236}">
                <a16:creationId xmlns:a16="http://schemas.microsoft.com/office/drawing/2014/main" id="{D9449500-5A2E-4015-B95B-ECFCF127576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 rot="5400000">
            <a:off x="9180145" y="3945152"/>
            <a:ext cx="4896003" cy="262943"/>
          </a:xfrm>
        </p:spPr>
        <p:txBody>
          <a:bodyPr lIns="54000" tIns="54000" rIns="54000" bIns="54000">
            <a:spAutoFit/>
          </a:bodyPr>
          <a:lstStyle>
            <a:lvl1pPr marL="0" indent="0" algn="r">
              <a:buNone/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de-DE" dirty="0"/>
              <a:t>Bildquelle hier angeben</a:t>
            </a:r>
          </a:p>
        </p:txBody>
      </p:sp>
    </p:spTree>
    <p:extLst>
      <p:ext uri="{BB962C8B-B14F-4D97-AF65-F5344CB8AC3E}">
        <p14:creationId xmlns:p14="http://schemas.microsoft.com/office/powerpoint/2010/main" val="286750260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 Tabelle/Tabl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81FCDC8-3081-4340-AF3B-5B61880598E5}"/>
              </a:ext>
            </a:extLst>
          </p:cNvPr>
          <p:cNvSpPr/>
          <p:nvPr userDrawn="1"/>
        </p:nvSpPr>
        <p:spPr>
          <a:xfrm>
            <a:off x="-1" y="-2406"/>
            <a:ext cx="12192001" cy="686040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C9C186D-B875-45B9-9C0A-1830A52B4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57C04B8-FAE9-4576-9D50-12084ACA00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6948ECD-4444-4227-81E3-3211A0E717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2"/>
          </a:xfrm>
          <a:prstGeom prst="rect">
            <a:avLst/>
          </a:prstGeom>
        </p:spPr>
      </p:pic>
      <p:sp>
        <p:nvSpPr>
          <p:cNvPr id="5" name="Tabellenplatzhalter 4">
            <a:extLst>
              <a:ext uri="{FF2B5EF4-FFF2-40B4-BE49-F238E27FC236}">
                <a16:creationId xmlns:a16="http://schemas.microsoft.com/office/drawing/2014/main" id="{FA8D24D7-34CD-4ED1-8141-89BC9C1FC26A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695325" y="1628776"/>
            <a:ext cx="10801350" cy="4895850"/>
          </a:xfrm>
        </p:spPr>
        <p:txBody>
          <a:bodyPr/>
          <a:lstStyle/>
          <a:p>
            <a:r>
              <a:rPr lang="de-DE"/>
              <a:t>Tabelle durch Klicken auf Symbol hinzufügen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60E2FA4-B336-450E-D6C0-FA99C883B41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Norman Wildmann, Institute of Atm. Physics, 16 June 2026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9321661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 Mustertabelle/Table Sampl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81FCDC8-3081-4340-AF3B-5B61880598E5}"/>
              </a:ext>
            </a:extLst>
          </p:cNvPr>
          <p:cNvSpPr/>
          <p:nvPr userDrawn="1"/>
        </p:nvSpPr>
        <p:spPr>
          <a:xfrm>
            <a:off x="-1" y="-2406"/>
            <a:ext cx="12192001" cy="686040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57C04B8-FAE9-4576-9D50-12084ACA00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6948ECD-4444-4227-81E3-3211A0E717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2"/>
          </a:xfrm>
          <a:prstGeom prst="rect">
            <a:avLst/>
          </a:prstGeom>
        </p:spPr>
      </p:pic>
      <p:graphicFrame>
        <p:nvGraphicFramePr>
          <p:cNvPr id="7" name="Tabellenplatzhalter 7">
            <a:extLst>
              <a:ext uri="{FF2B5EF4-FFF2-40B4-BE49-F238E27FC236}">
                <a16:creationId xmlns:a16="http://schemas.microsoft.com/office/drawing/2014/main" id="{215C28A5-80CD-4F42-9C77-C690E11449E6}"/>
              </a:ext>
            </a:extLst>
          </p:cNvPr>
          <p:cNvGraphicFramePr>
            <a:graphicFrameLocks/>
          </p:cNvGraphicFramePr>
          <p:nvPr userDrawn="1"/>
        </p:nvGraphicFramePr>
        <p:xfrm>
          <a:off x="695325" y="1628775"/>
          <a:ext cx="10801350" cy="29419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160270">
                  <a:extLst>
                    <a:ext uri="{9D8B030D-6E8A-4147-A177-3AD203B41FA5}">
                      <a16:colId xmlns:a16="http://schemas.microsoft.com/office/drawing/2014/main" val="3414773314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4143605508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3205677931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51638767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411794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Titel 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Titel 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Titel 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Titel 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Titel 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0165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1.1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2.1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3.1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4.1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5.1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6140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1.2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2.2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3.2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4.2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5.2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9801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1.3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2.3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3.3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4.3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5.3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94922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1.4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2.4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3.4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4.4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5.4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44701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1.5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2.5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3.5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4.5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5.5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7931053"/>
                  </a:ext>
                </a:extLst>
              </a:tr>
            </a:tbl>
          </a:graphicData>
        </a:graphic>
      </p:graphicFrame>
      <p:sp>
        <p:nvSpPr>
          <p:cNvPr id="10" name="Textfeld 9">
            <a:extLst>
              <a:ext uri="{FF2B5EF4-FFF2-40B4-BE49-F238E27FC236}">
                <a16:creationId xmlns:a16="http://schemas.microsoft.com/office/drawing/2014/main" id="{598141AE-B519-4BF8-86A2-54973B0ADDE5}"/>
              </a:ext>
            </a:extLst>
          </p:cNvPr>
          <p:cNvSpPr txBox="1"/>
          <p:nvPr userDrawn="1"/>
        </p:nvSpPr>
        <p:spPr>
          <a:xfrm>
            <a:off x="695325" y="333375"/>
            <a:ext cx="10056092" cy="985286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</a:pPr>
            <a:r>
              <a:rPr lang="de-DE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Mustertabelle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D75B4983-3911-6B34-D420-98DD812B0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Norman Wildmann, Institute of Atm. Physics, 16 June 2026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4727166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 Tabelle/Tabl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F14E77E2-5257-225C-6093-789249091B84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57C04B8-FAE9-4576-9D50-12084ACA00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5" name="Tabellenplatzhalter 4">
            <a:extLst>
              <a:ext uri="{FF2B5EF4-FFF2-40B4-BE49-F238E27FC236}">
                <a16:creationId xmlns:a16="http://schemas.microsoft.com/office/drawing/2014/main" id="{FA8D24D7-34CD-4ED1-8141-89BC9C1FC26A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695325" y="1628776"/>
            <a:ext cx="10801350" cy="4895850"/>
          </a:xfrm>
        </p:spPr>
        <p:txBody>
          <a:bodyPr/>
          <a:lstStyle/>
          <a:p>
            <a:r>
              <a:rPr lang="de-DE"/>
              <a:t>Tabelle durch Klicken auf Symbol hinzufügen</a:t>
            </a:r>
          </a:p>
        </p:txBody>
      </p:sp>
      <p:sp>
        <p:nvSpPr>
          <p:cNvPr id="7" name="Fußzeilenplatzhalter 3">
            <a:extLst>
              <a:ext uri="{FF2B5EF4-FFF2-40B4-BE49-F238E27FC236}">
                <a16:creationId xmlns:a16="http://schemas.microsoft.com/office/drawing/2014/main" id="{1913AF20-2093-81B8-D3CF-3988C0D0E2D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95325" y="6544945"/>
            <a:ext cx="4114800" cy="257774"/>
          </a:xfrm>
        </p:spPr>
        <p:txBody>
          <a:bodyPr/>
          <a:lstStyle/>
          <a:p>
            <a:r>
              <a:rPr lang="en-US"/>
              <a:t>Norman Wildmann, Institute of Atm. Physics, 16 June 2026</a:t>
            </a:r>
            <a:endParaRPr lang="de-DE" dirty="0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4601CA69-20CF-6A99-B9FF-A1A445743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333375"/>
            <a:ext cx="10056093" cy="985286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69AA2D8C-E67C-1DBB-33C4-8FC8AE2C9F0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85440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 Mustertabelle/Table Sampl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76936D21-44AB-C808-60FD-59960B5BE16F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57C04B8-FAE9-4576-9D50-12084ACA00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3" name="Fußzeilenplatzhalter 3">
            <a:extLst>
              <a:ext uri="{FF2B5EF4-FFF2-40B4-BE49-F238E27FC236}">
                <a16:creationId xmlns:a16="http://schemas.microsoft.com/office/drawing/2014/main" id="{D2AC5C40-240E-1C7B-4CCB-00BAC8B7A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5325" y="6544945"/>
            <a:ext cx="4114800" cy="257774"/>
          </a:xfrm>
        </p:spPr>
        <p:txBody>
          <a:bodyPr/>
          <a:lstStyle/>
          <a:p>
            <a:r>
              <a:rPr lang="en-US"/>
              <a:t>Norman Wildmann, Institute of Atm. Physics, 16 June 2026</a:t>
            </a:r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3B36172-2984-0DCA-FE69-CA1BD40685C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11" name="Titel 1">
            <a:extLst>
              <a:ext uri="{FF2B5EF4-FFF2-40B4-BE49-F238E27FC236}">
                <a16:creationId xmlns:a16="http://schemas.microsoft.com/office/drawing/2014/main" id="{1E49866A-B491-3947-BEF2-8D98AC1449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6" y="333375"/>
            <a:ext cx="10056093" cy="985286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Mustertabelle</a:t>
            </a:r>
          </a:p>
        </p:txBody>
      </p:sp>
      <p:graphicFrame>
        <p:nvGraphicFramePr>
          <p:cNvPr id="8" name="Tabellenplatzhalter 7">
            <a:extLst>
              <a:ext uri="{FF2B5EF4-FFF2-40B4-BE49-F238E27FC236}">
                <a16:creationId xmlns:a16="http://schemas.microsoft.com/office/drawing/2014/main" id="{B691546E-BFD2-B398-FDCB-DD9AE09CB874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1883930194"/>
              </p:ext>
            </p:extLst>
          </p:nvPr>
        </p:nvGraphicFramePr>
        <p:xfrm>
          <a:off x="695325" y="1628775"/>
          <a:ext cx="10801350" cy="29419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160270">
                  <a:extLst>
                    <a:ext uri="{9D8B030D-6E8A-4147-A177-3AD203B41FA5}">
                      <a16:colId xmlns:a16="http://schemas.microsoft.com/office/drawing/2014/main" val="3414773314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4143605508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3205677931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51638767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411794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rgbClr val="EFCA0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Titel 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rgbClr val="EFCA0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Titel 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rgbClr val="EFCA0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Titel 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rgbClr val="EFCA0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Titel 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rgbClr val="EFCA0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Titel 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0165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1.1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DC50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2.1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DC50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3.1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DC50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4.1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DC50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5.1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DC50">
                        <a:alpha val="2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6140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1.2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4CE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2.2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4CE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3.2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4CE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4.2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4CE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5.2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4CE">
                        <a:alpha val="2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9801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1.3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6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2.3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6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3.3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6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4.3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6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5.3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6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94922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1.4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C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2.4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C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3.4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C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4.4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C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5.4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44701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1.5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6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2.5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6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3.5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6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4.5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6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5.5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6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79310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71266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lbild/Fullscreen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2">
            <a:extLst>
              <a:ext uri="{FF2B5EF4-FFF2-40B4-BE49-F238E27FC236}">
                <a16:creationId xmlns:a16="http://schemas.microsoft.com/office/drawing/2014/main" id="{C2226DF2-778A-4612-9F78-6765D18406C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-1" y="0"/>
            <a:ext cx="12192001" cy="6858000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>
                <a:solidFill>
                  <a:srgbClr val="D9117E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de-DE" dirty="0"/>
              <a:t>Platzhaltermotiv ersetzen</a:t>
            </a:r>
          </a:p>
        </p:txBody>
      </p:sp>
      <p:sp>
        <p:nvSpPr>
          <p:cNvPr id="5" name="Textplatzhalter 9">
            <a:extLst>
              <a:ext uri="{FF2B5EF4-FFF2-40B4-BE49-F238E27FC236}">
                <a16:creationId xmlns:a16="http://schemas.microsoft.com/office/drawing/2014/main" id="{87F97911-DA70-4C70-822A-1814FBD79C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983600" y="302400"/>
            <a:ext cx="943200" cy="7812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37EBD16-097C-4A05-9018-8E3005584E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5342399"/>
            <a:ext cx="288000" cy="1440000"/>
          </a:xfrm>
          <a:prstGeom prst="rect">
            <a:avLst/>
          </a:prstGeom>
        </p:spPr>
        <p:txBody>
          <a:bodyPr vert="horz" wrap="none" lIns="36000" tIns="90000" rIns="36000" bIns="90000" rtlCol="0" anchor="b">
            <a:norm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0ADABB7-F9A6-4A4D-9415-296AC5E687F8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FD7813AC-780E-0FEE-8DD2-961C8464CAC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Norman Wildmann, Institute of Atm. Physics, 16 June 2026</a:t>
            </a:r>
            <a:endParaRPr lang="de-DE" dirty="0"/>
          </a:p>
        </p:txBody>
      </p:sp>
      <p:sp>
        <p:nvSpPr>
          <p:cNvPr id="7" name="Textplatzhalter 7">
            <a:extLst>
              <a:ext uri="{FF2B5EF4-FFF2-40B4-BE49-F238E27FC236}">
                <a16:creationId xmlns:a16="http://schemas.microsoft.com/office/drawing/2014/main" id="{97CA40FB-9E4D-45A8-9C4F-536A54ACB2C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 rot="5400000">
            <a:off x="9347327" y="3965472"/>
            <a:ext cx="4896003" cy="262943"/>
          </a:xfrm>
        </p:spPr>
        <p:txBody>
          <a:bodyPr lIns="54000" tIns="54000" rIns="54000" bIns="54000">
            <a:spAutoFit/>
          </a:bodyPr>
          <a:lstStyle>
            <a:lvl1pPr marL="0" indent="0" algn="r">
              <a:buNone/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de-DE"/>
              <a:t>Bildquelle hier angeben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9375575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Click here to insert chart title</a:t>
            </a:r>
            <a:endParaRPr lang="en-GB" dirty="0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2" hasCustomPrompt="1"/>
          </p:nvPr>
        </p:nvSpPr>
        <p:spPr>
          <a:xfrm>
            <a:off x="485873" y="1590832"/>
            <a:ext cx="11218279" cy="4336996"/>
          </a:xfrm>
        </p:spPr>
        <p:txBody>
          <a:bodyPr/>
          <a:lstStyle/>
          <a:p>
            <a:pPr lvl="0"/>
            <a:r>
              <a:rPr lang="en-GB" noProof="0" dirty="0"/>
              <a:t>Click here to insert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defRPr/>
            </a:pPr>
            <a:r>
              <a:rPr lang="en-US" noProof="0"/>
              <a:t>Norman Wildmann, Institute of Atm. Physics, 16 June 2026</a:t>
            </a:r>
            <a:endParaRPr lang="en-GB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r>
              <a:rPr lang="en-GB" noProof="0"/>
              <a:t>DLR.de  •  Chart </a:t>
            </a:r>
            <a:fld id="{A5AC3FBE-A647-41C9-A8C3-4435ED4FC895}" type="slidenum">
              <a:rPr lang="en-GB" noProof="0" smtClean="0"/>
              <a:pPr>
                <a:defRPr/>
              </a:pPr>
              <a:t>‹Nr.›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197627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theme" Target="../theme/theme1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image" Target="../media/image3.jp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3CA21C0A-576F-4448-A405-945F7FEA5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333375"/>
            <a:ext cx="10056093" cy="98528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CDA8A30-87AB-49C6-AE8C-F7B24CECFA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5325" y="1628775"/>
            <a:ext cx="10801349" cy="48958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A096809-C3E5-439C-AF0A-E75CD81D72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5342399"/>
            <a:ext cx="288000" cy="1440000"/>
          </a:xfrm>
          <a:prstGeom prst="rect">
            <a:avLst/>
          </a:prstGeom>
        </p:spPr>
        <p:txBody>
          <a:bodyPr vert="horz" wrap="none" lIns="36000" tIns="90000" rIns="36000" bIns="90000" rtlCol="0" anchor="b">
            <a:norm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0ADABB7-F9A6-4A4D-9415-296AC5E687F8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88822AB-459F-739F-855B-F69C7435C1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5325" y="6544945"/>
            <a:ext cx="4114800" cy="2577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Norman Wildmann, Institute of Atm. Physics, 16 June 2026</a:t>
            </a:r>
            <a:endParaRPr lang="de-DE" dirty="0"/>
          </a:p>
        </p:txBody>
      </p:sp>
      <p:pic>
        <p:nvPicPr>
          <p:cNvPr id="7" name="Grafik 6" descr="Ein Bild, das Farbigkeit, Quadrat, Rechteck, Screenshot enthält.&#10;&#10;Automatisch generierte Beschreibung">
            <a:extLst>
              <a:ext uri="{FF2B5EF4-FFF2-40B4-BE49-F238E27FC236}">
                <a16:creationId xmlns:a16="http://schemas.microsoft.com/office/drawing/2014/main" id="{DB7E4AA9-6E60-4AF0-BE73-9601B64F10CD}"/>
              </a:ext>
            </a:extLst>
          </p:cNvPr>
          <p:cNvPicPr>
            <a:picLocks noChangeAspect="1"/>
          </p:cNvPicPr>
          <p:nvPr userDrawn="1"/>
        </p:nvPicPr>
        <p:blipFill>
          <a:blip r:embed="rId40"/>
          <a:stretch>
            <a:fillRect/>
          </a:stretch>
        </p:blipFill>
        <p:spPr>
          <a:xfrm>
            <a:off x="-4412343" y="1874995"/>
            <a:ext cx="4101329" cy="3249687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9DD73C99-93F6-41D4-BC44-48F17E904F1C}"/>
              </a:ext>
            </a:extLst>
          </p:cNvPr>
          <p:cNvSpPr txBox="1"/>
          <p:nvPr userDrawn="1"/>
        </p:nvSpPr>
        <p:spPr>
          <a:xfrm>
            <a:off x="-4412343" y="1484313"/>
            <a:ext cx="4101329" cy="215444"/>
          </a:xfrm>
          <a:prstGeom prst="rect">
            <a:avLst/>
          </a:prstGeom>
          <a:solidFill>
            <a:srgbClr val="FF3399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R" sz="1400" b="1" i="0" baseline="0" dirty="0">
                <a:solidFill>
                  <a:schemeClr val="bg1"/>
                </a:solidFill>
              </a:rPr>
              <a:t>Farben </a:t>
            </a:r>
            <a:r>
              <a:rPr lang="de-DE" sz="1400" b="1" i="0" baseline="0" dirty="0" err="1">
                <a:solidFill>
                  <a:schemeClr val="bg1"/>
                </a:solidFill>
              </a:rPr>
              <a:t>k</a:t>
            </a:r>
            <a:r>
              <a:rPr lang="de-CR" sz="1400" b="1" i="0" baseline="0" dirty="0">
                <a:solidFill>
                  <a:schemeClr val="bg1"/>
                </a:solidFill>
              </a:rPr>
              <a:t>önnen per Pipette gewählt werden.</a:t>
            </a:r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777D6646-94CE-4B12-8A52-BFD04E78A751}"/>
              </a:ext>
            </a:extLst>
          </p:cNvPr>
          <p:cNvGrpSpPr/>
          <p:nvPr userDrawn="1"/>
        </p:nvGrpSpPr>
        <p:grpSpPr>
          <a:xfrm>
            <a:off x="12600000" y="0"/>
            <a:ext cx="9360000" cy="5796000"/>
            <a:chOff x="12600000" y="0"/>
            <a:chExt cx="9360000" cy="5796000"/>
          </a:xfrm>
        </p:grpSpPr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C3A15A23-8BE2-4C13-B868-FE9E3C2971E9}"/>
                </a:ext>
              </a:extLst>
            </p:cNvPr>
            <p:cNvSpPr/>
            <p:nvPr/>
          </p:nvSpPr>
          <p:spPr>
            <a:xfrm>
              <a:off x="12600000" y="0"/>
              <a:ext cx="9360000" cy="5796000"/>
            </a:xfrm>
            <a:prstGeom prst="rect">
              <a:avLst/>
            </a:prstGeom>
            <a:solidFill>
              <a:srgbClr val="FF33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R"/>
            </a:p>
          </p:txBody>
        </p: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BCF9C17B-27FF-4750-8C14-9A2FEB0A773B}"/>
                </a:ext>
              </a:extLst>
            </p:cNvPr>
            <p:cNvSpPr txBox="1"/>
            <p:nvPr/>
          </p:nvSpPr>
          <p:spPr>
            <a:xfrm>
              <a:off x="12752400" y="152397"/>
              <a:ext cx="610985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e-DE" b="1" dirty="0">
                  <a:solidFill>
                    <a:schemeClr val="bg1"/>
                  </a:solidFill>
                </a:rPr>
                <a:t>Bearbeitung der Kopf- und Fußzeile</a:t>
              </a:r>
              <a:endParaRPr lang="de-CR" dirty="0">
                <a:solidFill>
                  <a:schemeClr val="bg1"/>
                </a:solidFill>
              </a:endParaRPr>
            </a:p>
          </p:txBody>
        </p:sp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8BBDFB54-6C59-48E7-97B7-6A24BC2992A7}"/>
                </a:ext>
              </a:extLst>
            </p:cNvPr>
            <p:cNvSpPr txBox="1"/>
            <p:nvPr/>
          </p:nvSpPr>
          <p:spPr>
            <a:xfrm>
              <a:off x="12752400" y="787488"/>
              <a:ext cx="654657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e-DE" sz="1600" dirty="0">
                  <a:solidFill>
                    <a:schemeClr val="bg1"/>
                  </a:solidFill>
                </a:rPr>
                <a:t>Menü: „Einfügen“ &gt; „Kopf- und Fußzeile“ (siehe Screenshot 1)</a:t>
              </a:r>
            </a:p>
          </p:txBody>
        </p:sp>
        <p:pic>
          <p:nvPicPr>
            <p:cNvPr id="13" name="Grafik 12">
              <a:extLst>
                <a:ext uri="{FF2B5EF4-FFF2-40B4-BE49-F238E27FC236}">
                  <a16:creationId xmlns:a16="http://schemas.microsoft.com/office/drawing/2014/main" id="{7C61543C-E678-4766-A227-E5123AA702A5}"/>
                </a:ext>
              </a:extLst>
            </p:cNvPr>
            <p:cNvPicPr>
              <a:picLocks noChangeAspect="1"/>
            </p:cNvPicPr>
            <p:nvPr/>
          </p:nvPicPr>
          <p:blipFill>
            <a:blip r:embed="rId4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2843429" y="1476933"/>
              <a:ext cx="8779602" cy="920638"/>
            </a:xfrm>
            <a:prstGeom prst="rect">
              <a:avLst/>
            </a:prstGeom>
          </p:spPr>
        </p:pic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2F21B22C-DC07-4518-B236-D656F73EAD9B}"/>
                </a:ext>
              </a:extLst>
            </p:cNvPr>
            <p:cNvSpPr txBox="1"/>
            <p:nvPr/>
          </p:nvSpPr>
          <p:spPr>
            <a:xfrm>
              <a:off x="12752400" y="1190842"/>
              <a:ext cx="504615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000" dirty="0">
                  <a:solidFill>
                    <a:schemeClr val="bg1"/>
                  </a:solidFill>
                </a:rPr>
                <a:t>Screenshot 1</a:t>
              </a:r>
            </a:p>
          </p:txBody>
        </p:sp>
        <p:sp>
          <p:nvSpPr>
            <p:cNvPr id="15" name="Textfeld 14">
              <a:extLst>
                <a:ext uri="{FF2B5EF4-FFF2-40B4-BE49-F238E27FC236}">
                  <a16:creationId xmlns:a16="http://schemas.microsoft.com/office/drawing/2014/main" id="{F33F5E9E-BB43-41A0-B782-B7E84431CCF9}"/>
                </a:ext>
              </a:extLst>
            </p:cNvPr>
            <p:cNvSpPr txBox="1"/>
            <p:nvPr/>
          </p:nvSpPr>
          <p:spPr>
            <a:xfrm>
              <a:off x="12752400" y="2942849"/>
              <a:ext cx="4307945" cy="206210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e-DE" sz="1600" dirty="0">
                  <a:solidFill>
                    <a:schemeClr val="bg1"/>
                  </a:solidFill>
                </a:rPr>
                <a:t>Den Eingabedialog den individuellen Bedürfnissen anpassen und die Eingabe über den Button „Für alle übernehmen“ bestätigen, sollte die Änderung global für alle Folien erfolgen. </a:t>
              </a:r>
              <a:br>
                <a:rPr lang="de-DE" sz="1600" dirty="0">
                  <a:solidFill>
                    <a:schemeClr val="bg1"/>
                  </a:solidFill>
                </a:rPr>
              </a:br>
              <a:r>
                <a:rPr lang="de-DE" sz="1600" dirty="0">
                  <a:solidFill>
                    <a:schemeClr val="bg1"/>
                  </a:solidFill>
                </a:rPr>
                <a:t>Bei partieller Änderung einzelner Folien, muss mit dem Button „Übernehmen“ bestätigt werden. (siehe Screenshot 2)</a:t>
              </a:r>
              <a:endParaRPr lang="en-US" sz="1600" dirty="0">
                <a:solidFill>
                  <a:schemeClr val="bg1"/>
                </a:solidFill>
              </a:endParaRPr>
            </a:p>
          </p:txBody>
        </p:sp>
        <p:pic>
          <p:nvPicPr>
            <p:cNvPr id="16" name="Grafik 15">
              <a:extLst>
                <a:ext uri="{FF2B5EF4-FFF2-40B4-BE49-F238E27FC236}">
                  <a16:creationId xmlns:a16="http://schemas.microsoft.com/office/drawing/2014/main" id="{49780B91-D646-406F-8356-957EB591DF4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405" t="4215" r="3045" b="3447"/>
            <a:stretch/>
          </p:blipFill>
          <p:spPr>
            <a:xfrm>
              <a:off x="17614795" y="2992305"/>
              <a:ext cx="4008235" cy="2547966"/>
            </a:xfrm>
            <a:prstGeom prst="rect">
              <a:avLst/>
            </a:prstGeom>
          </p:spPr>
        </p:pic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205B214B-FA90-43DA-8BB9-6F67CFBC42D5}"/>
                </a:ext>
              </a:extLst>
            </p:cNvPr>
            <p:cNvSpPr txBox="1"/>
            <p:nvPr/>
          </p:nvSpPr>
          <p:spPr>
            <a:xfrm>
              <a:off x="17526017" y="2746084"/>
              <a:ext cx="409701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000" dirty="0">
                  <a:solidFill>
                    <a:schemeClr val="bg1"/>
                  </a:solidFill>
                </a:rPr>
                <a:t>Screenshot 2</a:t>
              </a:r>
            </a:p>
          </p:txBody>
        </p:sp>
        <p:sp>
          <p:nvSpPr>
            <p:cNvPr id="18" name="Ellipse 7">
              <a:extLst>
                <a:ext uri="{FF2B5EF4-FFF2-40B4-BE49-F238E27FC236}">
                  <a16:creationId xmlns:a16="http://schemas.microsoft.com/office/drawing/2014/main" id="{5A831B13-5ABC-4E30-B146-054569F301BC}"/>
                </a:ext>
              </a:extLst>
            </p:cNvPr>
            <p:cNvSpPr/>
            <p:nvPr/>
          </p:nvSpPr>
          <p:spPr>
            <a:xfrm>
              <a:off x="17713206" y="1790425"/>
              <a:ext cx="589273" cy="561923"/>
            </a:xfrm>
            <a:prstGeom prst="ellipse">
              <a:avLst/>
            </a:prstGeom>
            <a:noFill/>
            <a:ln w="57150"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173885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>
              <a:lumMod val="50000"/>
              <a:lumOff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38">
          <p15:clr>
            <a:srgbClr val="F26B43"/>
          </p15:clr>
        </p15:guide>
        <p15:guide id="2" orient="horz" pos="210">
          <p15:clr>
            <a:srgbClr val="F26B43"/>
          </p15:clr>
        </p15:guide>
        <p15:guide id="3" pos="7242">
          <p15:clr>
            <a:srgbClr val="F26B43"/>
          </p15:clr>
        </p15:guide>
        <p15:guide id="4" orient="horz" pos="1026">
          <p15:clr>
            <a:srgbClr val="F26B43"/>
          </p15:clr>
        </p15:guide>
        <p15:guide id="5" orient="horz" pos="4110">
          <p15:clr>
            <a:srgbClr val="F26B43"/>
          </p15:clr>
        </p15:guide>
        <p15:guide id="6" orient="horz" pos="93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D1FA3A-EE9B-E17F-3D12-045249CC8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Participant</a:t>
            </a:r>
            <a:r>
              <a:rPr lang="de-DE" dirty="0"/>
              <a:t> </a:t>
            </a:r>
            <a:r>
              <a:rPr lang="de-DE" dirty="0" err="1"/>
              <a:t>introduction</a:t>
            </a:r>
            <a:r>
              <a:rPr lang="de-DE" dirty="0"/>
              <a:t> and </a:t>
            </a:r>
            <a:r>
              <a:rPr lang="de-DE" dirty="0" err="1"/>
              <a:t>expectation</a:t>
            </a:r>
            <a:r>
              <a:rPr lang="de-DE" dirty="0"/>
              <a:t> </a:t>
            </a:r>
            <a:r>
              <a:rPr lang="de-DE" dirty="0" err="1"/>
              <a:t>round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BECEED3-1B4C-7E66-3FAE-E62D9AF555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1216479"/>
            <a:ext cx="10801349" cy="5306571"/>
          </a:xfrm>
        </p:spPr>
        <p:txBody>
          <a:bodyPr>
            <a:normAutofit fontScale="92500" lnSpcReduction="20000"/>
          </a:bodyPr>
          <a:lstStyle/>
          <a:p>
            <a:r>
              <a:rPr lang="de-DE" dirty="0"/>
              <a:t>Name and Institution: </a:t>
            </a:r>
          </a:p>
          <a:p>
            <a:pPr lvl="1"/>
            <a:r>
              <a:rPr lang="de-DE" dirty="0" err="1"/>
              <a:t>xy</a:t>
            </a:r>
            <a:endParaRPr lang="de-DE" dirty="0"/>
          </a:p>
          <a:p>
            <a:r>
              <a:rPr lang="de-DE" dirty="0" err="1"/>
              <a:t>Which</a:t>
            </a:r>
            <a:r>
              <a:rPr lang="de-DE" dirty="0"/>
              <a:t> </a:t>
            </a:r>
            <a:r>
              <a:rPr lang="de-DE" dirty="0" err="1"/>
              <a:t>model</a:t>
            </a:r>
            <a:r>
              <a:rPr lang="de-DE" dirty="0"/>
              <a:t> will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use</a:t>
            </a:r>
            <a:r>
              <a:rPr lang="de-DE" dirty="0"/>
              <a:t>?</a:t>
            </a:r>
          </a:p>
          <a:p>
            <a:pPr lvl="1"/>
            <a:r>
              <a:rPr lang="de-DE" dirty="0" err="1"/>
              <a:t>xy</a:t>
            </a:r>
            <a:endParaRPr lang="de-DE" dirty="0"/>
          </a:p>
          <a:p>
            <a:r>
              <a:rPr lang="de-DE" dirty="0" err="1"/>
              <a:t>Which</a:t>
            </a:r>
            <a:r>
              <a:rPr lang="de-DE" dirty="0"/>
              <a:t> </a:t>
            </a:r>
            <a:r>
              <a:rPr lang="de-DE" dirty="0" err="1"/>
              <a:t>branch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interested</a:t>
            </a:r>
            <a:r>
              <a:rPr lang="de-DE" dirty="0"/>
              <a:t> in? LES / RANS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engineering</a:t>
            </a:r>
            <a:r>
              <a:rPr lang="de-DE" dirty="0"/>
              <a:t> </a:t>
            </a:r>
            <a:r>
              <a:rPr lang="de-DE" dirty="0" err="1"/>
              <a:t>model</a:t>
            </a:r>
            <a:r>
              <a:rPr lang="de-DE" dirty="0"/>
              <a:t>?</a:t>
            </a:r>
          </a:p>
          <a:p>
            <a:pPr lvl="1"/>
            <a:r>
              <a:rPr lang="de-DE" dirty="0" err="1"/>
              <a:t>xy</a:t>
            </a:r>
            <a:endParaRPr lang="de-DE" dirty="0"/>
          </a:p>
          <a:p>
            <a:r>
              <a:rPr lang="de-DE" dirty="0" err="1"/>
              <a:t>Which</a:t>
            </a:r>
            <a:r>
              <a:rPr lang="de-DE" dirty="0"/>
              <a:t> </a:t>
            </a:r>
            <a:r>
              <a:rPr lang="de-DE" dirty="0" err="1"/>
              <a:t>phases</a:t>
            </a:r>
            <a:r>
              <a:rPr lang="de-DE" dirty="0"/>
              <a:t> do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envision</a:t>
            </a:r>
            <a:r>
              <a:rPr lang="de-DE" dirty="0"/>
              <a:t> </a:t>
            </a:r>
            <a:r>
              <a:rPr lang="de-DE" dirty="0" err="1"/>
              <a:t>participating</a:t>
            </a:r>
            <a:r>
              <a:rPr lang="de-DE" dirty="0"/>
              <a:t> in? All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only</a:t>
            </a:r>
            <a:r>
              <a:rPr lang="de-DE" dirty="0"/>
              <a:t> </a:t>
            </a:r>
            <a:r>
              <a:rPr lang="de-DE" dirty="0" err="1"/>
              <a:t>some</a:t>
            </a:r>
            <a:r>
              <a:rPr lang="de-DE" dirty="0"/>
              <a:t>?</a:t>
            </a:r>
          </a:p>
          <a:p>
            <a:pPr lvl="1"/>
            <a:r>
              <a:rPr lang="de-DE" dirty="0" err="1"/>
              <a:t>xy</a:t>
            </a:r>
            <a:endParaRPr lang="de-DE" dirty="0"/>
          </a:p>
          <a:p>
            <a:r>
              <a:rPr lang="de-DE" dirty="0"/>
              <a:t>Do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prefer</a:t>
            </a:r>
            <a:r>
              <a:rPr lang="de-DE" dirty="0"/>
              <a:t> </a:t>
            </a:r>
            <a:r>
              <a:rPr lang="de-DE" dirty="0" err="1"/>
              <a:t>anonymous</a:t>
            </a:r>
            <a:r>
              <a:rPr lang="de-DE" dirty="0"/>
              <a:t> </a:t>
            </a:r>
            <a:r>
              <a:rPr lang="de-DE" dirty="0" err="1"/>
              <a:t>presentation</a:t>
            </a:r>
            <a:r>
              <a:rPr lang="de-DE" dirty="0"/>
              <a:t> of </a:t>
            </a:r>
            <a:r>
              <a:rPr lang="de-DE" dirty="0" err="1"/>
              <a:t>results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open?</a:t>
            </a:r>
          </a:p>
          <a:p>
            <a:pPr lvl="1"/>
            <a:r>
              <a:rPr lang="de-DE" dirty="0" err="1"/>
              <a:t>xy</a:t>
            </a:r>
            <a:endParaRPr lang="de-DE" dirty="0"/>
          </a:p>
          <a:p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experience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benchmarks</a:t>
            </a:r>
            <a:r>
              <a:rPr lang="de-DE" dirty="0"/>
              <a:t> in wind </a:t>
            </a:r>
            <a:r>
              <a:rPr lang="de-DE" dirty="0" err="1"/>
              <a:t>energy</a:t>
            </a:r>
            <a:r>
              <a:rPr lang="de-DE" dirty="0"/>
              <a:t> and do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 </a:t>
            </a:r>
            <a:r>
              <a:rPr lang="de-DE" dirty="0" err="1"/>
              <a:t>recommendations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one</a:t>
            </a:r>
            <a:r>
              <a:rPr lang="de-DE" dirty="0"/>
              <a:t>?</a:t>
            </a:r>
          </a:p>
          <a:p>
            <a:pPr lvl="1"/>
            <a:r>
              <a:rPr lang="de-DE" dirty="0" err="1"/>
              <a:t>xy</a:t>
            </a:r>
            <a:endParaRPr lang="de-DE" dirty="0"/>
          </a:p>
          <a:p>
            <a:r>
              <a:rPr lang="de-DE" dirty="0" err="1"/>
              <a:t>Which</a:t>
            </a:r>
            <a:r>
              <a:rPr lang="de-DE" dirty="0"/>
              <a:t> </a:t>
            </a:r>
            <a:r>
              <a:rPr lang="de-DE" dirty="0" err="1"/>
              <a:t>other</a:t>
            </a:r>
            <a:r>
              <a:rPr lang="de-DE" dirty="0"/>
              <a:t> </a:t>
            </a:r>
            <a:r>
              <a:rPr lang="de-DE" dirty="0" err="1"/>
              <a:t>expectations</a:t>
            </a:r>
            <a:r>
              <a:rPr lang="de-DE" dirty="0"/>
              <a:t> do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?</a:t>
            </a:r>
          </a:p>
          <a:p>
            <a:pPr lvl="1"/>
            <a:r>
              <a:rPr lang="de-DE" dirty="0" err="1"/>
              <a:t>xy</a:t>
            </a:r>
            <a:endParaRPr lang="de-DE" dirty="0"/>
          </a:p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FE5468F-3A41-B3BA-FC8F-786BC5CCB3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ADABB7-F9A6-4A4D-9415-296AC5E687F8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DCDA02D-E9CF-FD10-F53B-96CA80882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Norman Wildmann, Institute of Atm. Physics, 16 June 2026</a:t>
            </a:r>
            <a:endParaRPr kumimoji="0" lang="de-DE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636981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">
  <a:themeElements>
    <a:clrScheme name="DLR">
      <a:dk1>
        <a:srgbClr val="000000"/>
      </a:dk1>
      <a:lt1>
        <a:srgbClr val="FFFFFF"/>
      </a:lt1>
      <a:dk2>
        <a:srgbClr val="464646"/>
      </a:dk2>
      <a:lt2>
        <a:srgbClr val="FFFFFF"/>
      </a:lt2>
      <a:accent1>
        <a:srgbClr val="00658B"/>
      </a:accent1>
      <a:accent2>
        <a:srgbClr val="F8DE53"/>
      </a:accent2>
      <a:accent3>
        <a:srgbClr val="0094A8"/>
      </a:accent3>
      <a:accent4>
        <a:srgbClr val="B7D260"/>
      </a:accent4>
      <a:accent5>
        <a:srgbClr val="5F98CB"/>
      </a:accent5>
      <a:accent6>
        <a:srgbClr val="B1B1B1"/>
      </a:accent6>
      <a:hlink>
        <a:srgbClr val="00B0F0"/>
      </a:hlink>
      <a:folHlink>
        <a:srgbClr val="00658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Blau 1">
      <a:srgbClr val="00658B"/>
    </a:custClr>
    <a:custClr name="Blau 2">
      <a:srgbClr val="3B98CB"/>
    </a:custClr>
    <a:custClr name="Blau 3">
      <a:srgbClr val="6CB9DC"/>
    </a:custClr>
    <a:custClr name="Blau 4">
      <a:srgbClr val="A7D3EC"/>
    </a:custClr>
    <a:custClr name="Blau 5">
      <a:srgbClr val="D1E8FA"/>
    </a:custClr>
    <a:custClr name="Gelb 1">
      <a:srgbClr val="D2AE3D"/>
    </a:custClr>
    <a:custClr name="Gelb 2">
      <a:srgbClr val="F2CD51"/>
    </a:custClr>
    <a:custClr name="Gelb 3">
      <a:srgbClr val="F8DE53"/>
    </a:custClr>
    <a:custClr name="Gelb 4">
      <a:srgbClr val="FCEA7A"/>
    </a:custClr>
    <a:custClr name="Gelb 5">
      <a:srgbClr val="FFF8BE"/>
    </a:custClr>
    <a:custClr name="Grün 1">
      <a:srgbClr val="82A043"/>
    </a:custClr>
    <a:custClr name="Grün 2">
      <a:srgbClr val="A6BF51"/>
    </a:custClr>
    <a:custClr name="Grün 3">
      <a:srgbClr val="CAD55C"/>
    </a:custClr>
    <a:custClr name="Grün 4">
      <a:srgbClr val="D9DF78"/>
    </a:custClr>
    <a:custClr name="Grün 5">
      <a:srgbClr val="E6EAAF"/>
    </a:custClr>
    <a:custClr name="Grau 1">
      <a:srgbClr val="666666"/>
    </a:custClr>
    <a:custClr name="Grau 2">
      <a:srgbClr val="868585"/>
    </a:custClr>
    <a:custClr name="Grau 3">
      <a:srgbClr val="B1B1B1"/>
    </a:custClr>
    <a:custClr name="Grau 4">
      <a:srgbClr val="CFCFCF"/>
    </a:custClr>
    <a:custClr name="Grau 5">
      <a:srgbClr val="EBEBEB"/>
    </a:custClr>
  </a:custClrLst>
  <a:extLst>
    <a:ext uri="{05A4C25C-085E-4340-85A3-A5531E510DB2}">
      <thm15:themeFamily xmlns:thm15="http://schemas.microsoft.com/office/thememl/2012/main" name="DLR-PPT-Master_1.30_DE.pptx" id="{37D53D67-6097-47C2-8C75-A8830727BBC0}" vid="{78D60396-1854-4CFD-8927-768417D8AFD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</Words>
  <Application>Microsoft Office PowerPoint</Application>
  <PresentationFormat>Breitbild</PresentationFormat>
  <Paragraphs>17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4" baseType="lpstr">
      <vt:lpstr>Arial</vt:lpstr>
      <vt:lpstr>Wingdings</vt:lpstr>
      <vt:lpstr>1_Office</vt:lpstr>
      <vt:lpstr>Participant introduction and expectation round</vt:lpstr>
    </vt:vector>
  </TitlesOfParts>
  <Company>DLR e.V.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Wildmann, Norman</dc:creator>
  <cp:lastModifiedBy>Wildmann, Norman</cp:lastModifiedBy>
  <cp:revision>2</cp:revision>
  <dcterms:created xsi:type="dcterms:W3CDTF">2026-07-30T06:55:27Z</dcterms:created>
  <dcterms:modified xsi:type="dcterms:W3CDTF">2026-07-30T06:57:56Z</dcterms:modified>
</cp:coreProperties>
</file>